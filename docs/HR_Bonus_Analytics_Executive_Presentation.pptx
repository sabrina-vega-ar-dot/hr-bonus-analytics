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998852-20FE-4AA0-8C53-937046D1CE68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239E16E-10AE-4E80-A918-CCF084ABA1CE}">
      <dgm:prSet/>
      <dgm:spPr/>
      <dgm:t>
        <a:bodyPr/>
        <a:lstStyle/>
        <a:p>
          <a:r>
            <a:rPr lang="en-US"/>
            <a:t>Executive Overview</a:t>
          </a:r>
        </a:p>
      </dgm:t>
    </dgm:pt>
    <dgm:pt modelId="{3FAD3F32-CB08-475D-B2FF-6E398E4D9309}" type="parTrans" cxnId="{905338B6-87BA-4F1A-B0FB-FEAF4E10A2EB}">
      <dgm:prSet/>
      <dgm:spPr/>
      <dgm:t>
        <a:bodyPr/>
        <a:lstStyle/>
        <a:p>
          <a:endParaRPr lang="en-US"/>
        </a:p>
      </dgm:t>
    </dgm:pt>
    <dgm:pt modelId="{79B6EAD7-86D4-4FDF-8DFA-61A78005CEE5}" type="sibTrans" cxnId="{905338B6-87BA-4F1A-B0FB-FEAF4E10A2EB}">
      <dgm:prSet/>
      <dgm:spPr/>
      <dgm:t>
        <a:bodyPr/>
        <a:lstStyle/>
        <a:p>
          <a:endParaRPr lang="en-US"/>
        </a:p>
      </dgm:t>
    </dgm:pt>
    <dgm:pt modelId="{9CB7C2CF-7067-451E-9CF7-082D5E9340A9}">
      <dgm:prSet/>
      <dgm:spPr/>
      <dgm:t>
        <a:bodyPr/>
        <a:lstStyle/>
        <a:p>
          <a:r>
            <a:rPr lang="en-US"/>
            <a:t>Weighted compliance and bonus automation model</a:t>
          </a:r>
        </a:p>
      </dgm:t>
    </dgm:pt>
    <dgm:pt modelId="{0A792844-9099-44B6-A94D-AD0E2449476F}" type="parTrans" cxnId="{013A9264-0B96-47A7-AD8F-F64B00A8B646}">
      <dgm:prSet/>
      <dgm:spPr/>
      <dgm:t>
        <a:bodyPr/>
        <a:lstStyle/>
        <a:p>
          <a:endParaRPr lang="en-US"/>
        </a:p>
      </dgm:t>
    </dgm:pt>
    <dgm:pt modelId="{24DEA12F-39D4-4E9E-9CC8-ACF0B181226D}" type="sibTrans" cxnId="{013A9264-0B96-47A7-AD8F-F64B00A8B646}">
      <dgm:prSet/>
      <dgm:spPr/>
      <dgm:t>
        <a:bodyPr/>
        <a:lstStyle/>
        <a:p>
          <a:endParaRPr lang="en-US"/>
        </a:p>
      </dgm:t>
    </dgm:pt>
    <dgm:pt modelId="{25959235-E130-4E21-B980-076346A7816E}" type="pres">
      <dgm:prSet presAssocID="{CF998852-20FE-4AA0-8C53-937046D1CE68}" presName="vert0" presStyleCnt="0">
        <dgm:presLayoutVars>
          <dgm:dir/>
          <dgm:animOne val="branch"/>
          <dgm:animLvl val="lvl"/>
        </dgm:presLayoutVars>
      </dgm:prSet>
      <dgm:spPr/>
    </dgm:pt>
    <dgm:pt modelId="{801B50B5-E378-4C6D-A027-7E6FAA19EEAE}" type="pres">
      <dgm:prSet presAssocID="{E239E16E-10AE-4E80-A918-CCF084ABA1CE}" presName="thickLine" presStyleLbl="alignNode1" presStyleIdx="0" presStyleCnt="2"/>
      <dgm:spPr/>
    </dgm:pt>
    <dgm:pt modelId="{B5CE3312-AE1A-4E31-89E0-05F8EE31EA0E}" type="pres">
      <dgm:prSet presAssocID="{E239E16E-10AE-4E80-A918-CCF084ABA1CE}" presName="horz1" presStyleCnt="0"/>
      <dgm:spPr/>
    </dgm:pt>
    <dgm:pt modelId="{CF88AB1F-FE46-45E5-A2F1-E4FBE3A22E1F}" type="pres">
      <dgm:prSet presAssocID="{E239E16E-10AE-4E80-A918-CCF084ABA1CE}" presName="tx1" presStyleLbl="revTx" presStyleIdx="0" presStyleCnt="2"/>
      <dgm:spPr/>
    </dgm:pt>
    <dgm:pt modelId="{135C88B4-C798-4A44-924E-1FA64DDB8055}" type="pres">
      <dgm:prSet presAssocID="{E239E16E-10AE-4E80-A918-CCF084ABA1CE}" presName="vert1" presStyleCnt="0"/>
      <dgm:spPr/>
    </dgm:pt>
    <dgm:pt modelId="{C636370F-296D-4A3F-92A2-AC6A5FEE70F5}" type="pres">
      <dgm:prSet presAssocID="{9CB7C2CF-7067-451E-9CF7-082D5E9340A9}" presName="thickLine" presStyleLbl="alignNode1" presStyleIdx="1" presStyleCnt="2"/>
      <dgm:spPr/>
    </dgm:pt>
    <dgm:pt modelId="{E1AE9490-1339-4A05-A3C6-ECC347F622BC}" type="pres">
      <dgm:prSet presAssocID="{9CB7C2CF-7067-451E-9CF7-082D5E9340A9}" presName="horz1" presStyleCnt="0"/>
      <dgm:spPr/>
    </dgm:pt>
    <dgm:pt modelId="{AFC9E9D0-ACC6-44C8-BE4F-96603BA93405}" type="pres">
      <dgm:prSet presAssocID="{9CB7C2CF-7067-451E-9CF7-082D5E9340A9}" presName="tx1" presStyleLbl="revTx" presStyleIdx="1" presStyleCnt="2"/>
      <dgm:spPr/>
    </dgm:pt>
    <dgm:pt modelId="{581579E9-0B0A-41FE-9BF8-66756286D44B}" type="pres">
      <dgm:prSet presAssocID="{9CB7C2CF-7067-451E-9CF7-082D5E9340A9}" presName="vert1" presStyleCnt="0"/>
      <dgm:spPr/>
    </dgm:pt>
  </dgm:ptLst>
  <dgm:cxnLst>
    <dgm:cxn modelId="{DB21A863-F92C-486A-B79D-859F6B46B493}" type="presOf" srcId="{9CB7C2CF-7067-451E-9CF7-082D5E9340A9}" destId="{AFC9E9D0-ACC6-44C8-BE4F-96603BA93405}" srcOrd="0" destOrd="0" presId="urn:microsoft.com/office/officeart/2008/layout/LinedList"/>
    <dgm:cxn modelId="{013A9264-0B96-47A7-AD8F-F64B00A8B646}" srcId="{CF998852-20FE-4AA0-8C53-937046D1CE68}" destId="{9CB7C2CF-7067-451E-9CF7-082D5E9340A9}" srcOrd="1" destOrd="0" parTransId="{0A792844-9099-44B6-A94D-AD0E2449476F}" sibTransId="{24DEA12F-39D4-4E9E-9CC8-ACF0B181226D}"/>
    <dgm:cxn modelId="{8E49757F-1C58-43B2-9579-34F599F8F724}" type="presOf" srcId="{E239E16E-10AE-4E80-A918-CCF084ABA1CE}" destId="{CF88AB1F-FE46-45E5-A2F1-E4FBE3A22E1F}" srcOrd="0" destOrd="0" presId="urn:microsoft.com/office/officeart/2008/layout/LinedList"/>
    <dgm:cxn modelId="{905338B6-87BA-4F1A-B0FB-FEAF4E10A2EB}" srcId="{CF998852-20FE-4AA0-8C53-937046D1CE68}" destId="{E239E16E-10AE-4E80-A918-CCF084ABA1CE}" srcOrd="0" destOrd="0" parTransId="{3FAD3F32-CB08-475D-B2FF-6E398E4D9309}" sibTransId="{79B6EAD7-86D4-4FDF-8DFA-61A78005CEE5}"/>
    <dgm:cxn modelId="{BB8CACB8-5FCF-4FBF-A7C7-BEDD7C6460C0}" type="presOf" srcId="{CF998852-20FE-4AA0-8C53-937046D1CE68}" destId="{25959235-E130-4E21-B980-076346A7816E}" srcOrd="0" destOrd="0" presId="urn:microsoft.com/office/officeart/2008/layout/LinedList"/>
    <dgm:cxn modelId="{DCBE86C7-9ACB-49C9-98CE-4728BEDF2D80}" type="presParOf" srcId="{25959235-E130-4E21-B980-076346A7816E}" destId="{801B50B5-E378-4C6D-A027-7E6FAA19EEAE}" srcOrd="0" destOrd="0" presId="urn:microsoft.com/office/officeart/2008/layout/LinedList"/>
    <dgm:cxn modelId="{327ED8E2-FA40-4635-AE83-44F3E5FB7EDC}" type="presParOf" srcId="{25959235-E130-4E21-B980-076346A7816E}" destId="{B5CE3312-AE1A-4E31-89E0-05F8EE31EA0E}" srcOrd="1" destOrd="0" presId="urn:microsoft.com/office/officeart/2008/layout/LinedList"/>
    <dgm:cxn modelId="{92D67340-B1AD-4562-A614-A8959E9DFFFA}" type="presParOf" srcId="{B5CE3312-AE1A-4E31-89E0-05F8EE31EA0E}" destId="{CF88AB1F-FE46-45E5-A2F1-E4FBE3A22E1F}" srcOrd="0" destOrd="0" presId="urn:microsoft.com/office/officeart/2008/layout/LinedList"/>
    <dgm:cxn modelId="{DDA87ADB-90BC-4BD0-AAF2-BDB4876AE320}" type="presParOf" srcId="{B5CE3312-AE1A-4E31-89E0-05F8EE31EA0E}" destId="{135C88B4-C798-4A44-924E-1FA64DDB8055}" srcOrd="1" destOrd="0" presId="urn:microsoft.com/office/officeart/2008/layout/LinedList"/>
    <dgm:cxn modelId="{322CE85A-C36D-4A02-A2FF-7563A1E06559}" type="presParOf" srcId="{25959235-E130-4E21-B980-076346A7816E}" destId="{C636370F-296D-4A3F-92A2-AC6A5FEE70F5}" srcOrd="2" destOrd="0" presId="urn:microsoft.com/office/officeart/2008/layout/LinedList"/>
    <dgm:cxn modelId="{729EC3E6-E00C-4F14-AB8B-6D8CA11E74A1}" type="presParOf" srcId="{25959235-E130-4E21-B980-076346A7816E}" destId="{E1AE9490-1339-4A05-A3C6-ECC347F622BC}" srcOrd="3" destOrd="0" presId="urn:microsoft.com/office/officeart/2008/layout/LinedList"/>
    <dgm:cxn modelId="{C1758E43-6C10-4900-B286-740BAF5C2608}" type="presParOf" srcId="{E1AE9490-1339-4A05-A3C6-ECC347F622BC}" destId="{AFC9E9D0-ACC6-44C8-BE4F-96603BA93405}" srcOrd="0" destOrd="0" presId="urn:microsoft.com/office/officeart/2008/layout/LinedList"/>
    <dgm:cxn modelId="{8EF63CDA-AEF8-493F-B170-DD0BB1C0D2BD}" type="presParOf" srcId="{E1AE9490-1339-4A05-A3C6-ECC347F622BC}" destId="{581579E9-0B0A-41FE-9BF8-66756286D44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3E9E67-6C0F-41CE-8F2A-B28F46B5C62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FC9C36C-1F06-4C4E-B24D-B5086CBFCEFE}">
      <dgm:prSet/>
      <dgm:spPr/>
      <dgm:t>
        <a:bodyPr/>
        <a:lstStyle/>
        <a:p>
          <a:r>
            <a:rPr lang="en-US"/>
            <a:t>Standardize KPI measurement</a:t>
          </a:r>
        </a:p>
      </dgm:t>
    </dgm:pt>
    <dgm:pt modelId="{04C784F6-EF02-4581-A1BE-0AE874572143}" type="parTrans" cxnId="{80ED8F30-2025-41BE-9AFF-6CC6BB5579B2}">
      <dgm:prSet/>
      <dgm:spPr/>
      <dgm:t>
        <a:bodyPr/>
        <a:lstStyle/>
        <a:p>
          <a:endParaRPr lang="en-US"/>
        </a:p>
      </dgm:t>
    </dgm:pt>
    <dgm:pt modelId="{B765D932-BC25-4011-8656-7BDAA157C5CD}" type="sibTrans" cxnId="{80ED8F30-2025-41BE-9AFF-6CC6BB5579B2}">
      <dgm:prSet/>
      <dgm:spPr/>
      <dgm:t>
        <a:bodyPr/>
        <a:lstStyle/>
        <a:p>
          <a:endParaRPr lang="en-US"/>
        </a:p>
      </dgm:t>
    </dgm:pt>
    <dgm:pt modelId="{D0FA0E4D-4AE0-4A6E-8450-FC2DCAC687A5}">
      <dgm:prSet/>
      <dgm:spPr/>
      <dgm:t>
        <a:bodyPr/>
        <a:lstStyle/>
        <a:p>
          <a:r>
            <a:rPr lang="en-US"/>
            <a:t>Apply weighted objectives</a:t>
          </a:r>
        </a:p>
      </dgm:t>
    </dgm:pt>
    <dgm:pt modelId="{00B7DFDD-F2D7-41D1-9BE0-8FE4F0034336}" type="parTrans" cxnId="{C5C98A4D-F03C-4C5E-A7CB-6B33E8BFB402}">
      <dgm:prSet/>
      <dgm:spPr/>
      <dgm:t>
        <a:bodyPr/>
        <a:lstStyle/>
        <a:p>
          <a:endParaRPr lang="en-US"/>
        </a:p>
      </dgm:t>
    </dgm:pt>
    <dgm:pt modelId="{C7978614-4B7B-49D7-A3A7-B8612AFCAC64}" type="sibTrans" cxnId="{C5C98A4D-F03C-4C5E-A7CB-6B33E8BFB402}">
      <dgm:prSet/>
      <dgm:spPr/>
      <dgm:t>
        <a:bodyPr/>
        <a:lstStyle/>
        <a:p>
          <a:endParaRPr lang="en-US"/>
        </a:p>
      </dgm:t>
    </dgm:pt>
    <dgm:pt modelId="{86D6C6D8-E59D-487B-BA2E-7905FB7BE1EC}">
      <dgm:prSet/>
      <dgm:spPr/>
      <dgm:t>
        <a:bodyPr/>
        <a:lstStyle/>
        <a:p>
          <a:r>
            <a:rPr lang="en-US"/>
            <a:t>Ensure bonus transparency</a:t>
          </a:r>
        </a:p>
      </dgm:t>
    </dgm:pt>
    <dgm:pt modelId="{0E6B0FE1-587A-4DD5-9045-2FFA6C0BD382}" type="parTrans" cxnId="{A2697506-AAD3-4FEF-9A44-F948909930BB}">
      <dgm:prSet/>
      <dgm:spPr/>
      <dgm:t>
        <a:bodyPr/>
        <a:lstStyle/>
        <a:p>
          <a:endParaRPr lang="en-US"/>
        </a:p>
      </dgm:t>
    </dgm:pt>
    <dgm:pt modelId="{E62B55AF-9B25-4C04-AEC8-79B6EE68DA61}" type="sibTrans" cxnId="{A2697506-AAD3-4FEF-9A44-F948909930BB}">
      <dgm:prSet/>
      <dgm:spPr/>
      <dgm:t>
        <a:bodyPr/>
        <a:lstStyle/>
        <a:p>
          <a:endParaRPr lang="en-US"/>
        </a:p>
      </dgm:t>
    </dgm:pt>
    <dgm:pt modelId="{1E6A7946-DD78-48E1-BBD3-5B2B9978DDDE}" type="pres">
      <dgm:prSet presAssocID="{863E9E67-6C0F-41CE-8F2A-B28F46B5C62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29AC1EB-E1E5-4303-AC45-84B18CD10BA8}" type="pres">
      <dgm:prSet presAssocID="{8FC9C36C-1F06-4C4E-B24D-B5086CBFCEFE}" presName="hierRoot1" presStyleCnt="0"/>
      <dgm:spPr/>
    </dgm:pt>
    <dgm:pt modelId="{3F7B43DE-2BD2-41CD-BA73-517D5931A605}" type="pres">
      <dgm:prSet presAssocID="{8FC9C36C-1F06-4C4E-B24D-B5086CBFCEFE}" presName="composite" presStyleCnt="0"/>
      <dgm:spPr/>
    </dgm:pt>
    <dgm:pt modelId="{0D53DE70-203A-4FAA-AEBC-A1EE2EAB6376}" type="pres">
      <dgm:prSet presAssocID="{8FC9C36C-1F06-4C4E-B24D-B5086CBFCEFE}" presName="background" presStyleLbl="node0" presStyleIdx="0" presStyleCnt="3"/>
      <dgm:spPr/>
    </dgm:pt>
    <dgm:pt modelId="{6F6BE633-055F-43AF-9592-F08CA06E84ED}" type="pres">
      <dgm:prSet presAssocID="{8FC9C36C-1F06-4C4E-B24D-B5086CBFCEFE}" presName="text" presStyleLbl="fgAcc0" presStyleIdx="0" presStyleCnt="3">
        <dgm:presLayoutVars>
          <dgm:chPref val="3"/>
        </dgm:presLayoutVars>
      </dgm:prSet>
      <dgm:spPr/>
    </dgm:pt>
    <dgm:pt modelId="{43691F86-5A36-45D7-973C-04DB581025A3}" type="pres">
      <dgm:prSet presAssocID="{8FC9C36C-1F06-4C4E-B24D-B5086CBFCEFE}" presName="hierChild2" presStyleCnt="0"/>
      <dgm:spPr/>
    </dgm:pt>
    <dgm:pt modelId="{F101386F-5FC4-4467-B59B-F843A08C7C64}" type="pres">
      <dgm:prSet presAssocID="{D0FA0E4D-4AE0-4A6E-8450-FC2DCAC687A5}" presName="hierRoot1" presStyleCnt="0"/>
      <dgm:spPr/>
    </dgm:pt>
    <dgm:pt modelId="{69A46E63-D6C4-4B36-B02C-4F6E8A170197}" type="pres">
      <dgm:prSet presAssocID="{D0FA0E4D-4AE0-4A6E-8450-FC2DCAC687A5}" presName="composite" presStyleCnt="0"/>
      <dgm:spPr/>
    </dgm:pt>
    <dgm:pt modelId="{BB29AF56-D08E-49E0-8A0C-1A9B558E4463}" type="pres">
      <dgm:prSet presAssocID="{D0FA0E4D-4AE0-4A6E-8450-FC2DCAC687A5}" presName="background" presStyleLbl="node0" presStyleIdx="1" presStyleCnt="3"/>
      <dgm:spPr/>
    </dgm:pt>
    <dgm:pt modelId="{C3D04C3B-AF6B-464E-8D00-96E970065D9D}" type="pres">
      <dgm:prSet presAssocID="{D0FA0E4D-4AE0-4A6E-8450-FC2DCAC687A5}" presName="text" presStyleLbl="fgAcc0" presStyleIdx="1" presStyleCnt="3">
        <dgm:presLayoutVars>
          <dgm:chPref val="3"/>
        </dgm:presLayoutVars>
      </dgm:prSet>
      <dgm:spPr/>
    </dgm:pt>
    <dgm:pt modelId="{3FFF877E-148B-4AE7-AE17-2C3522874150}" type="pres">
      <dgm:prSet presAssocID="{D0FA0E4D-4AE0-4A6E-8450-FC2DCAC687A5}" presName="hierChild2" presStyleCnt="0"/>
      <dgm:spPr/>
    </dgm:pt>
    <dgm:pt modelId="{172C327F-F518-4519-944F-7920D9F3BB14}" type="pres">
      <dgm:prSet presAssocID="{86D6C6D8-E59D-487B-BA2E-7905FB7BE1EC}" presName="hierRoot1" presStyleCnt="0"/>
      <dgm:spPr/>
    </dgm:pt>
    <dgm:pt modelId="{E326BB3D-234F-4FA2-B4E5-2A2AA073B6CD}" type="pres">
      <dgm:prSet presAssocID="{86D6C6D8-E59D-487B-BA2E-7905FB7BE1EC}" presName="composite" presStyleCnt="0"/>
      <dgm:spPr/>
    </dgm:pt>
    <dgm:pt modelId="{80B459BC-0F2B-49D1-B552-D0DE81328CE4}" type="pres">
      <dgm:prSet presAssocID="{86D6C6D8-E59D-487B-BA2E-7905FB7BE1EC}" presName="background" presStyleLbl="node0" presStyleIdx="2" presStyleCnt="3"/>
      <dgm:spPr/>
    </dgm:pt>
    <dgm:pt modelId="{8D8216AC-0F5F-434B-92F3-66D442965029}" type="pres">
      <dgm:prSet presAssocID="{86D6C6D8-E59D-487B-BA2E-7905FB7BE1EC}" presName="text" presStyleLbl="fgAcc0" presStyleIdx="2" presStyleCnt="3">
        <dgm:presLayoutVars>
          <dgm:chPref val="3"/>
        </dgm:presLayoutVars>
      </dgm:prSet>
      <dgm:spPr/>
    </dgm:pt>
    <dgm:pt modelId="{12862613-3BAA-424F-838A-B21E8C76C7E8}" type="pres">
      <dgm:prSet presAssocID="{86D6C6D8-E59D-487B-BA2E-7905FB7BE1EC}" presName="hierChild2" presStyleCnt="0"/>
      <dgm:spPr/>
    </dgm:pt>
  </dgm:ptLst>
  <dgm:cxnLst>
    <dgm:cxn modelId="{A2697506-AAD3-4FEF-9A44-F948909930BB}" srcId="{863E9E67-6C0F-41CE-8F2A-B28F46B5C625}" destId="{86D6C6D8-E59D-487B-BA2E-7905FB7BE1EC}" srcOrd="2" destOrd="0" parTransId="{0E6B0FE1-587A-4DD5-9045-2FFA6C0BD382}" sibTransId="{E62B55AF-9B25-4C04-AEC8-79B6EE68DA61}"/>
    <dgm:cxn modelId="{80ED8F30-2025-41BE-9AFF-6CC6BB5579B2}" srcId="{863E9E67-6C0F-41CE-8F2A-B28F46B5C625}" destId="{8FC9C36C-1F06-4C4E-B24D-B5086CBFCEFE}" srcOrd="0" destOrd="0" parTransId="{04C784F6-EF02-4581-A1BE-0AE874572143}" sibTransId="{B765D932-BC25-4011-8656-7BDAA157C5CD}"/>
    <dgm:cxn modelId="{151DC964-D958-4F58-B190-4D52EA255AA9}" type="presOf" srcId="{863E9E67-6C0F-41CE-8F2A-B28F46B5C625}" destId="{1E6A7946-DD78-48E1-BBD3-5B2B9978DDDE}" srcOrd="0" destOrd="0" presId="urn:microsoft.com/office/officeart/2005/8/layout/hierarchy1"/>
    <dgm:cxn modelId="{C5C98A4D-F03C-4C5E-A7CB-6B33E8BFB402}" srcId="{863E9E67-6C0F-41CE-8F2A-B28F46B5C625}" destId="{D0FA0E4D-4AE0-4A6E-8450-FC2DCAC687A5}" srcOrd="1" destOrd="0" parTransId="{00B7DFDD-F2D7-41D1-9BE0-8FE4F0034336}" sibTransId="{C7978614-4B7B-49D7-A3A7-B8612AFCAC64}"/>
    <dgm:cxn modelId="{D5588996-92E7-4DFD-80AC-C788D78BE27A}" type="presOf" srcId="{86D6C6D8-E59D-487B-BA2E-7905FB7BE1EC}" destId="{8D8216AC-0F5F-434B-92F3-66D442965029}" srcOrd="0" destOrd="0" presId="urn:microsoft.com/office/officeart/2005/8/layout/hierarchy1"/>
    <dgm:cxn modelId="{D634D1E5-609D-4AC6-B1A2-A875B4903641}" type="presOf" srcId="{8FC9C36C-1F06-4C4E-B24D-B5086CBFCEFE}" destId="{6F6BE633-055F-43AF-9592-F08CA06E84ED}" srcOrd="0" destOrd="0" presId="urn:microsoft.com/office/officeart/2005/8/layout/hierarchy1"/>
    <dgm:cxn modelId="{30AC6DF8-AB1A-4FB1-93F4-3E9CD7AFF047}" type="presOf" srcId="{D0FA0E4D-4AE0-4A6E-8450-FC2DCAC687A5}" destId="{C3D04C3B-AF6B-464E-8D00-96E970065D9D}" srcOrd="0" destOrd="0" presId="urn:microsoft.com/office/officeart/2005/8/layout/hierarchy1"/>
    <dgm:cxn modelId="{DF0BDC20-C7CF-4419-982B-D0DDE6531658}" type="presParOf" srcId="{1E6A7946-DD78-48E1-BBD3-5B2B9978DDDE}" destId="{F29AC1EB-E1E5-4303-AC45-84B18CD10BA8}" srcOrd="0" destOrd="0" presId="urn:microsoft.com/office/officeart/2005/8/layout/hierarchy1"/>
    <dgm:cxn modelId="{72FC9384-1A08-4A24-883C-E0CF2AEFDDDF}" type="presParOf" srcId="{F29AC1EB-E1E5-4303-AC45-84B18CD10BA8}" destId="{3F7B43DE-2BD2-41CD-BA73-517D5931A605}" srcOrd="0" destOrd="0" presId="urn:microsoft.com/office/officeart/2005/8/layout/hierarchy1"/>
    <dgm:cxn modelId="{CBF38814-E037-4761-9D47-F27DB4066FE2}" type="presParOf" srcId="{3F7B43DE-2BD2-41CD-BA73-517D5931A605}" destId="{0D53DE70-203A-4FAA-AEBC-A1EE2EAB6376}" srcOrd="0" destOrd="0" presId="urn:microsoft.com/office/officeart/2005/8/layout/hierarchy1"/>
    <dgm:cxn modelId="{EB6E9DD2-61EB-467A-BAD3-8F7B5BB3493F}" type="presParOf" srcId="{3F7B43DE-2BD2-41CD-BA73-517D5931A605}" destId="{6F6BE633-055F-43AF-9592-F08CA06E84ED}" srcOrd="1" destOrd="0" presId="urn:microsoft.com/office/officeart/2005/8/layout/hierarchy1"/>
    <dgm:cxn modelId="{EE14AEA4-9E3B-4F3C-8F05-E8E012A9F6E0}" type="presParOf" srcId="{F29AC1EB-E1E5-4303-AC45-84B18CD10BA8}" destId="{43691F86-5A36-45D7-973C-04DB581025A3}" srcOrd="1" destOrd="0" presId="urn:microsoft.com/office/officeart/2005/8/layout/hierarchy1"/>
    <dgm:cxn modelId="{EF5A68C6-2581-415A-8A7E-BEE0F1082BF1}" type="presParOf" srcId="{1E6A7946-DD78-48E1-BBD3-5B2B9978DDDE}" destId="{F101386F-5FC4-4467-B59B-F843A08C7C64}" srcOrd="1" destOrd="0" presId="urn:microsoft.com/office/officeart/2005/8/layout/hierarchy1"/>
    <dgm:cxn modelId="{CEF67A41-7DC6-43F1-891B-995C1238F0B9}" type="presParOf" srcId="{F101386F-5FC4-4467-B59B-F843A08C7C64}" destId="{69A46E63-D6C4-4B36-B02C-4F6E8A170197}" srcOrd="0" destOrd="0" presId="urn:microsoft.com/office/officeart/2005/8/layout/hierarchy1"/>
    <dgm:cxn modelId="{5EA72321-7853-473B-B8E7-B734D29BABD1}" type="presParOf" srcId="{69A46E63-D6C4-4B36-B02C-4F6E8A170197}" destId="{BB29AF56-D08E-49E0-8A0C-1A9B558E4463}" srcOrd="0" destOrd="0" presId="urn:microsoft.com/office/officeart/2005/8/layout/hierarchy1"/>
    <dgm:cxn modelId="{3A4D6BF7-CE8B-4C6A-9BF9-466617609221}" type="presParOf" srcId="{69A46E63-D6C4-4B36-B02C-4F6E8A170197}" destId="{C3D04C3B-AF6B-464E-8D00-96E970065D9D}" srcOrd="1" destOrd="0" presId="urn:microsoft.com/office/officeart/2005/8/layout/hierarchy1"/>
    <dgm:cxn modelId="{FD757543-22CA-4CDA-A637-90B2ED02BD78}" type="presParOf" srcId="{F101386F-5FC4-4467-B59B-F843A08C7C64}" destId="{3FFF877E-148B-4AE7-AE17-2C3522874150}" srcOrd="1" destOrd="0" presId="urn:microsoft.com/office/officeart/2005/8/layout/hierarchy1"/>
    <dgm:cxn modelId="{26C25E20-9797-4607-A68C-C0B76A355C9C}" type="presParOf" srcId="{1E6A7946-DD78-48E1-BBD3-5B2B9978DDDE}" destId="{172C327F-F518-4519-944F-7920D9F3BB14}" srcOrd="2" destOrd="0" presId="urn:microsoft.com/office/officeart/2005/8/layout/hierarchy1"/>
    <dgm:cxn modelId="{1B23CA25-8C72-4ACA-AF94-FE13B791ADCE}" type="presParOf" srcId="{172C327F-F518-4519-944F-7920D9F3BB14}" destId="{E326BB3D-234F-4FA2-B4E5-2A2AA073B6CD}" srcOrd="0" destOrd="0" presId="urn:microsoft.com/office/officeart/2005/8/layout/hierarchy1"/>
    <dgm:cxn modelId="{72CEAE76-3EE9-4397-A06B-EF20EDACD46A}" type="presParOf" srcId="{E326BB3D-234F-4FA2-B4E5-2A2AA073B6CD}" destId="{80B459BC-0F2B-49D1-B552-D0DE81328CE4}" srcOrd="0" destOrd="0" presId="urn:microsoft.com/office/officeart/2005/8/layout/hierarchy1"/>
    <dgm:cxn modelId="{D041D52E-BDFF-4280-A60B-BD59E50ED593}" type="presParOf" srcId="{E326BB3D-234F-4FA2-B4E5-2A2AA073B6CD}" destId="{8D8216AC-0F5F-434B-92F3-66D442965029}" srcOrd="1" destOrd="0" presId="urn:microsoft.com/office/officeart/2005/8/layout/hierarchy1"/>
    <dgm:cxn modelId="{E52C6416-5798-43B8-969E-F912C0E5C357}" type="presParOf" srcId="{172C327F-F518-4519-944F-7920D9F3BB14}" destId="{12862613-3BAA-424F-838A-B21E8C76C7E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B32D40D-FEF9-417F-8007-58183230220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F67AB0F-87F2-418B-BE84-EDBF9815CA86}">
      <dgm:prSet/>
      <dgm:spPr/>
      <dgm:t>
        <a:bodyPr/>
        <a:lstStyle/>
        <a:p>
          <a:r>
            <a:rPr lang="en-US"/>
            <a:t>SQL normalization</a:t>
          </a:r>
        </a:p>
      </dgm:t>
    </dgm:pt>
    <dgm:pt modelId="{330C644F-6C58-4B51-A1D2-4745772DCAA0}" type="parTrans" cxnId="{7F988089-0D6F-4019-AA88-A75D716ABEBE}">
      <dgm:prSet/>
      <dgm:spPr/>
      <dgm:t>
        <a:bodyPr/>
        <a:lstStyle/>
        <a:p>
          <a:endParaRPr lang="en-US"/>
        </a:p>
      </dgm:t>
    </dgm:pt>
    <dgm:pt modelId="{2B5A9458-79C6-4B10-B8AF-D9981980647F}" type="sibTrans" cxnId="{7F988089-0D6F-4019-AA88-A75D716ABEBE}">
      <dgm:prSet/>
      <dgm:spPr/>
      <dgm:t>
        <a:bodyPr/>
        <a:lstStyle/>
        <a:p>
          <a:endParaRPr lang="en-US"/>
        </a:p>
      </dgm:t>
    </dgm:pt>
    <dgm:pt modelId="{DE34E0EC-F42C-45F7-8650-F5B416B9FB1E}">
      <dgm:prSet/>
      <dgm:spPr/>
      <dgm:t>
        <a:bodyPr/>
        <a:lstStyle/>
        <a:p>
          <a:r>
            <a:rPr lang="en-US"/>
            <a:t>Star schema model</a:t>
          </a:r>
        </a:p>
      </dgm:t>
    </dgm:pt>
    <dgm:pt modelId="{BB577605-0187-4C01-987A-741B2F478551}" type="parTrans" cxnId="{C4DD5ED4-C528-40D1-90F0-9F183748181F}">
      <dgm:prSet/>
      <dgm:spPr/>
      <dgm:t>
        <a:bodyPr/>
        <a:lstStyle/>
        <a:p>
          <a:endParaRPr lang="en-US"/>
        </a:p>
      </dgm:t>
    </dgm:pt>
    <dgm:pt modelId="{1207E2FF-1F42-4E41-9A93-B4C822E6728B}" type="sibTrans" cxnId="{C4DD5ED4-C528-40D1-90F0-9F183748181F}">
      <dgm:prSet/>
      <dgm:spPr/>
      <dgm:t>
        <a:bodyPr/>
        <a:lstStyle/>
        <a:p>
          <a:endParaRPr lang="en-US"/>
        </a:p>
      </dgm:t>
    </dgm:pt>
    <dgm:pt modelId="{5FCC8203-6A97-4C7C-9FD6-6B1EA9D7FE94}">
      <dgm:prSet/>
      <dgm:spPr/>
      <dgm:t>
        <a:bodyPr/>
        <a:lstStyle/>
        <a:p>
          <a:r>
            <a:rPr lang="en-US"/>
            <a:t>Power BI visualization layer</a:t>
          </a:r>
        </a:p>
      </dgm:t>
    </dgm:pt>
    <dgm:pt modelId="{D321034A-067C-4EFD-A6C1-58F75FF2A817}" type="parTrans" cxnId="{C590C136-55A6-43A9-B766-F73F57D2320F}">
      <dgm:prSet/>
      <dgm:spPr/>
      <dgm:t>
        <a:bodyPr/>
        <a:lstStyle/>
        <a:p>
          <a:endParaRPr lang="en-US"/>
        </a:p>
      </dgm:t>
    </dgm:pt>
    <dgm:pt modelId="{6D5484E0-70DB-4A29-AFD3-8CA327E0DB1C}" type="sibTrans" cxnId="{C590C136-55A6-43A9-B766-F73F57D2320F}">
      <dgm:prSet/>
      <dgm:spPr/>
      <dgm:t>
        <a:bodyPr/>
        <a:lstStyle/>
        <a:p>
          <a:endParaRPr lang="en-US"/>
        </a:p>
      </dgm:t>
    </dgm:pt>
    <dgm:pt modelId="{E6C515F5-4CA9-4CEE-ABA5-BC3F4B96D1CD}" type="pres">
      <dgm:prSet presAssocID="{FB32D40D-FEF9-417F-8007-58183230220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9C0BB61-EFC2-4589-B24C-FEF40E0457BF}" type="pres">
      <dgm:prSet presAssocID="{4F67AB0F-87F2-418B-BE84-EDBF9815CA86}" presName="hierRoot1" presStyleCnt="0"/>
      <dgm:spPr/>
    </dgm:pt>
    <dgm:pt modelId="{6B4B1899-8B49-4B55-8F8B-B32EE11CE802}" type="pres">
      <dgm:prSet presAssocID="{4F67AB0F-87F2-418B-BE84-EDBF9815CA86}" presName="composite" presStyleCnt="0"/>
      <dgm:spPr/>
    </dgm:pt>
    <dgm:pt modelId="{567FB212-820E-4FD4-AAF7-9FA125F4E739}" type="pres">
      <dgm:prSet presAssocID="{4F67AB0F-87F2-418B-BE84-EDBF9815CA86}" presName="background" presStyleLbl="node0" presStyleIdx="0" presStyleCnt="3"/>
      <dgm:spPr/>
    </dgm:pt>
    <dgm:pt modelId="{DE09E54B-5C40-4A91-A643-3D156E439151}" type="pres">
      <dgm:prSet presAssocID="{4F67AB0F-87F2-418B-BE84-EDBF9815CA86}" presName="text" presStyleLbl="fgAcc0" presStyleIdx="0" presStyleCnt="3">
        <dgm:presLayoutVars>
          <dgm:chPref val="3"/>
        </dgm:presLayoutVars>
      </dgm:prSet>
      <dgm:spPr/>
    </dgm:pt>
    <dgm:pt modelId="{B2D553C0-0F7C-47DD-A686-3472E626DE96}" type="pres">
      <dgm:prSet presAssocID="{4F67AB0F-87F2-418B-BE84-EDBF9815CA86}" presName="hierChild2" presStyleCnt="0"/>
      <dgm:spPr/>
    </dgm:pt>
    <dgm:pt modelId="{B8BF5F26-E90C-4CD7-8852-FC045713D9BC}" type="pres">
      <dgm:prSet presAssocID="{DE34E0EC-F42C-45F7-8650-F5B416B9FB1E}" presName="hierRoot1" presStyleCnt="0"/>
      <dgm:spPr/>
    </dgm:pt>
    <dgm:pt modelId="{9261DE6E-03DD-4AD0-8D2E-2E3ABB6DD1D2}" type="pres">
      <dgm:prSet presAssocID="{DE34E0EC-F42C-45F7-8650-F5B416B9FB1E}" presName="composite" presStyleCnt="0"/>
      <dgm:spPr/>
    </dgm:pt>
    <dgm:pt modelId="{1F830C71-F744-4835-B060-E1DDB17DC57B}" type="pres">
      <dgm:prSet presAssocID="{DE34E0EC-F42C-45F7-8650-F5B416B9FB1E}" presName="background" presStyleLbl="node0" presStyleIdx="1" presStyleCnt="3"/>
      <dgm:spPr/>
    </dgm:pt>
    <dgm:pt modelId="{FE328D75-E7DF-4A59-BBBA-782CBD57ED37}" type="pres">
      <dgm:prSet presAssocID="{DE34E0EC-F42C-45F7-8650-F5B416B9FB1E}" presName="text" presStyleLbl="fgAcc0" presStyleIdx="1" presStyleCnt="3">
        <dgm:presLayoutVars>
          <dgm:chPref val="3"/>
        </dgm:presLayoutVars>
      </dgm:prSet>
      <dgm:spPr/>
    </dgm:pt>
    <dgm:pt modelId="{979C6422-E9A1-424B-A807-A32230918088}" type="pres">
      <dgm:prSet presAssocID="{DE34E0EC-F42C-45F7-8650-F5B416B9FB1E}" presName="hierChild2" presStyleCnt="0"/>
      <dgm:spPr/>
    </dgm:pt>
    <dgm:pt modelId="{81755FCC-6DC4-4AD3-B847-D18332FCC6DB}" type="pres">
      <dgm:prSet presAssocID="{5FCC8203-6A97-4C7C-9FD6-6B1EA9D7FE94}" presName="hierRoot1" presStyleCnt="0"/>
      <dgm:spPr/>
    </dgm:pt>
    <dgm:pt modelId="{19E6D782-3A48-452E-9234-C4546D82BB66}" type="pres">
      <dgm:prSet presAssocID="{5FCC8203-6A97-4C7C-9FD6-6B1EA9D7FE94}" presName="composite" presStyleCnt="0"/>
      <dgm:spPr/>
    </dgm:pt>
    <dgm:pt modelId="{033F338B-4828-4329-B1D3-E60BBCE1BE94}" type="pres">
      <dgm:prSet presAssocID="{5FCC8203-6A97-4C7C-9FD6-6B1EA9D7FE94}" presName="background" presStyleLbl="node0" presStyleIdx="2" presStyleCnt="3"/>
      <dgm:spPr/>
    </dgm:pt>
    <dgm:pt modelId="{605F4C8E-E25D-4D59-B7C1-76343A255FF7}" type="pres">
      <dgm:prSet presAssocID="{5FCC8203-6A97-4C7C-9FD6-6B1EA9D7FE94}" presName="text" presStyleLbl="fgAcc0" presStyleIdx="2" presStyleCnt="3">
        <dgm:presLayoutVars>
          <dgm:chPref val="3"/>
        </dgm:presLayoutVars>
      </dgm:prSet>
      <dgm:spPr/>
    </dgm:pt>
    <dgm:pt modelId="{E3809D3A-6D9E-4823-8A36-4903ABC368CE}" type="pres">
      <dgm:prSet presAssocID="{5FCC8203-6A97-4C7C-9FD6-6B1EA9D7FE94}" presName="hierChild2" presStyleCnt="0"/>
      <dgm:spPr/>
    </dgm:pt>
  </dgm:ptLst>
  <dgm:cxnLst>
    <dgm:cxn modelId="{609B5518-D1C7-4FFD-A15F-BF5D62F66A0E}" type="presOf" srcId="{4F67AB0F-87F2-418B-BE84-EDBF9815CA86}" destId="{DE09E54B-5C40-4A91-A643-3D156E439151}" srcOrd="0" destOrd="0" presId="urn:microsoft.com/office/officeart/2005/8/layout/hierarchy1"/>
    <dgm:cxn modelId="{C872A625-EF65-4A52-B86C-D0372A60BCD5}" type="presOf" srcId="{DE34E0EC-F42C-45F7-8650-F5B416B9FB1E}" destId="{FE328D75-E7DF-4A59-BBBA-782CBD57ED37}" srcOrd="0" destOrd="0" presId="urn:microsoft.com/office/officeart/2005/8/layout/hierarchy1"/>
    <dgm:cxn modelId="{C590C136-55A6-43A9-B766-F73F57D2320F}" srcId="{FB32D40D-FEF9-417F-8007-581832302207}" destId="{5FCC8203-6A97-4C7C-9FD6-6B1EA9D7FE94}" srcOrd="2" destOrd="0" parTransId="{D321034A-067C-4EFD-A6C1-58F75FF2A817}" sibTransId="{6D5484E0-70DB-4A29-AFD3-8CA327E0DB1C}"/>
    <dgm:cxn modelId="{7F988089-0D6F-4019-AA88-A75D716ABEBE}" srcId="{FB32D40D-FEF9-417F-8007-581832302207}" destId="{4F67AB0F-87F2-418B-BE84-EDBF9815CA86}" srcOrd="0" destOrd="0" parTransId="{330C644F-6C58-4B51-A1D2-4745772DCAA0}" sibTransId="{2B5A9458-79C6-4B10-B8AF-D9981980647F}"/>
    <dgm:cxn modelId="{08C8738A-158B-4818-9E8A-52D3DB898DB9}" type="presOf" srcId="{FB32D40D-FEF9-417F-8007-581832302207}" destId="{E6C515F5-4CA9-4CEE-ABA5-BC3F4B96D1CD}" srcOrd="0" destOrd="0" presId="urn:microsoft.com/office/officeart/2005/8/layout/hierarchy1"/>
    <dgm:cxn modelId="{C4DD5ED4-C528-40D1-90F0-9F183748181F}" srcId="{FB32D40D-FEF9-417F-8007-581832302207}" destId="{DE34E0EC-F42C-45F7-8650-F5B416B9FB1E}" srcOrd="1" destOrd="0" parTransId="{BB577605-0187-4C01-987A-741B2F478551}" sibTransId="{1207E2FF-1F42-4E41-9A93-B4C822E6728B}"/>
    <dgm:cxn modelId="{8D4A71DC-7B02-463D-B081-24F13CE80AC1}" type="presOf" srcId="{5FCC8203-6A97-4C7C-9FD6-6B1EA9D7FE94}" destId="{605F4C8E-E25D-4D59-B7C1-76343A255FF7}" srcOrd="0" destOrd="0" presId="urn:microsoft.com/office/officeart/2005/8/layout/hierarchy1"/>
    <dgm:cxn modelId="{16235FE7-A1E7-4D44-B569-0AE645E0A855}" type="presParOf" srcId="{E6C515F5-4CA9-4CEE-ABA5-BC3F4B96D1CD}" destId="{F9C0BB61-EFC2-4589-B24C-FEF40E0457BF}" srcOrd="0" destOrd="0" presId="urn:microsoft.com/office/officeart/2005/8/layout/hierarchy1"/>
    <dgm:cxn modelId="{36DAB069-FAE8-4F26-BC65-01CCEF57DD84}" type="presParOf" srcId="{F9C0BB61-EFC2-4589-B24C-FEF40E0457BF}" destId="{6B4B1899-8B49-4B55-8F8B-B32EE11CE802}" srcOrd="0" destOrd="0" presId="urn:microsoft.com/office/officeart/2005/8/layout/hierarchy1"/>
    <dgm:cxn modelId="{EB22FA5E-2CE1-4247-9E43-500ABF0C92A3}" type="presParOf" srcId="{6B4B1899-8B49-4B55-8F8B-B32EE11CE802}" destId="{567FB212-820E-4FD4-AAF7-9FA125F4E739}" srcOrd="0" destOrd="0" presId="urn:microsoft.com/office/officeart/2005/8/layout/hierarchy1"/>
    <dgm:cxn modelId="{71FCB7F8-CDB9-45C5-9DEC-38CEE5CEA25F}" type="presParOf" srcId="{6B4B1899-8B49-4B55-8F8B-B32EE11CE802}" destId="{DE09E54B-5C40-4A91-A643-3D156E439151}" srcOrd="1" destOrd="0" presId="urn:microsoft.com/office/officeart/2005/8/layout/hierarchy1"/>
    <dgm:cxn modelId="{8DE7E3B1-00A2-4AAE-853E-7C50E5807C19}" type="presParOf" srcId="{F9C0BB61-EFC2-4589-B24C-FEF40E0457BF}" destId="{B2D553C0-0F7C-47DD-A686-3472E626DE96}" srcOrd="1" destOrd="0" presId="urn:microsoft.com/office/officeart/2005/8/layout/hierarchy1"/>
    <dgm:cxn modelId="{E03BBFF7-3D07-4A34-A1C5-30C6B15E4655}" type="presParOf" srcId="{E6C515F5-4CA9-4CEE-ABA5-BC3F4B96D1CD}" destId="{B8BF5F26-E90C-4CD7-8852-FC045713D9BC}" srcOrd="1" destOrd="0" presId="urn:microsoft.com/office/officeart/2005/8/layout/hierarchy1"/>
    <dgm:cxn modelId="{B2C3365B-A7A3-4567-B338-43E92D123324}" type="presParOf" srcId="{B8BF5F26-E90C-4CD7-8852-FC045713D9BC}" destId="{9261DE6E-03DD-4AD0-8D2E-2E3ABB6DD1D2}" srcOrd="0" destOrd="0" presId="urn:microsoft.com/office/officeart/2005/8/layout/hierarchy1"/>
    <dgm:cxn modelId="{5E5A299A-C7BB-47B7-9A4B-C1F21B9DA480}" type="presParOf" srcId="{9261DE6E-03DD-4AD0-8D2E-2E3ABB6DD1D2}" destId="{1F830C71-F744-4835-B060-E1DDB17DC57B}" srcOrd="0" destOrd="0" presId="urn:microsoft.com/office/officeart/2005/8/layout/hierarchy1"/>
    <dgm:cxn modelId="{1A3106AA-92AD-4BCC-8945-35A52A330E38}" type="presParOf" srcId="{9261DE6E-03DD-4AD0-8D2E-2E3ABB6DD1D2}" destId="{FE328D75-E7DF-4A59-BBBA-782CBD57ED37}" srcOrd="1" destOrd="0" presId="urn:microsoft.com/office/officeart/2005/8/layout/hierarchy1"/>
    <dgm:cxn modelId="{7105B813-231D-4A77-A56F-64D142A8F9AF}" type="presParOf" srcId="{B8BF5F26-E90C-4CD7-8852-FC045713D9BC}" destId="{979C6422-E9A1-424B-A807-A32230918088}" srcOrd="1" destOrd="0" presId="urn:microsoft.com/office/officeart/2005/8/layout/hierarchy1"/>
    <dgm:cxn modelId="{DD623AFE-20C8-4185-8F6B-0152FE0CC369}" type="presParOf" srcId="{E6C515F5-4CA9-4CEE-ABA5-BC3F4B96D1CD}" destId="{81755FCC-6DC4-4AD3-B847-D18332FCC6DB}" srcOrd="2" destOrd="0" presId="urn:microsoft.com/office/officeart/2005/8/layout/hierarchy1"/>
    <dgm:cxn modelId="{BFB58D46-B1C9-40D7-9404-426BE2645E2B}" type="presParOf" srcId="{81755FCC-6DC4-4AD3-B847-D18332FCC6DB}" destId="{19E6D782-3A48-452E-9234-C4546D82BB66}" srcOrd="0" destOrd="0" presId="urn:microsoft.com/office/officeart/2005/8/layout/hierarchy1"/>
    <dgm:cxn modelId="{CA58CC70-D7C1-4F27-85E3-BB20754E54E5}" type="presParOf" srcId="{19E6D782-3A48-452E-9234-C4546D82BB66}" destId="{033F338B-4828-4329-B1D3-E60BBCE1BE94}" srcOrd="0" destOrd="0" presId="urn:microsoft.com/office/officeart/2005/8/layout/hierarchy1"/>
    <dgm:cxn modelId="{5E345E5F-CC89-4E6D-AD38-95BE85BD6512}" type="presParOf" srcId="{19E6D782-3A48-452E-9234-C4546D82BB66}" destId="{605F4C8E-E25D-4D59-B7C1-76343A255FF7}" srcOrd="1" destOrd="0" presId="urn:microsoft.com/office/officeart/2005/8/layout/hierarchy1"/>
    <dgm:cxn modelId="{3C8ABCE9-2D44-47D0-9FCE-4F893BF7A2C6}" type="presParOf" srcId="{81755FCC-6DC4-4AD3-B847-D18332FCC6DB}" destId="{E3809D3A-6D9E-4823-8A36-4903ABC368C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417117F-7308-471C-A5B2-3C4A08C6B2E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631DFD9-5587-46EB-9B68-22EA8D8D3B61}">
      <dgm:prSet/>
      <dgm:spPr/>
      <dgm:t>
        <a:bodyPr/>
        <a:lstStyle/>
        <a:p>
          <a:r>
            <a:rPr lang="en-US"/>
            <a:t>≥95% = 100%</a:t>
          </a:r>
        </a:p>
      </dgm:t>
    </dgm:pt>
    <dgm:pt modelId="{5DCA0DE0-E76E-4F6A-B179-6095474BC9A7}" type="parTrans" cxnId="{E994F579-D6D0-4B53-B30C-D1A2FE18426F}">
      <dgm:prSet/>
      <dgm:spPr/>
      <dgm:t>
        <a:bodyPr/>
        <a:lstStyle/>
        <a:p>
          <a:endParaRPr lang="en-US"/>
        </a:p>
      </dgm:t>
    </dgm:pt>
    <dgm:pt modelId="{19629C5F-2858-4C4E-AB6E-C8845CD289C8}" type="sibTrans" cxnId="{E994F579-D6D0-4B53-B30C-D1A2FE18426F}">
      <dgm:prSet/>
      <dgm:spPr/>
      <dgm:t>
        <a:bodyPr/>
        <a:lstStyle/>
        <a:p>
          <a:endParaRPr lang="en-US"/>
        </a:p>
      </dgm:t>
    </dgm:pt>
    <dgm:pt modelId="{8E0BD999-ADD3-4154-9DA2-7638A78345AA}">
      <dgm:prSet/>
      <dgm:spPr/>
      <dgm:t>
        <a:bodyPr/>
        <a:lstStyle/>
        <a:p>
          <a:r>
            <a:rPr lang="en-US"/>
            <a:t>≥60% = 50%</a:t>
          </a:r>
        </a:p>
      </dgm:t>
    </dgm:pt>
    <dgm:pt modelId="{C184FA9A-6E3F-4C41-B2D0-D47953E0043D}" type="parTrans" cxnId="{4373AFF3-CB4B-4B6E-8371-F1DB5E40711F}">
      <dgm:prSet/>
      <dgm:spPr/>
      <dgm:t>
        <a:bodyPr/>
        <a:lstStyle/>
        <a:p>
          <a:endParaRPr lang="en-US"/>
        </a:p>
      </dgm:t>
    </dgm:pt>
    <dgm:pt modelId="{7FF2790B-ACB9-4793-8163-84A99DF3AD51}" type="sibTrans" cxnId="{4373AFF3-CB4B-4B6E-8371-F1DB5E40711F}">
      <dgm:prSet/>
      <dgm:spPr/>
      <dgm:t>
        <a:bodyPr/>
        <a:lstStyle/>
        <a:p>
          <a:endParaRPr lang="en-US"/>
        </a:p>
      </dgm:t>
    </dgm:pt>
    <dgm:pt modelId="{3B986119-AABB-4187-8734-C3A4DA299F48}">
      <dgm:prSet/>
      <dgm:spPr/>
      <dgm:t>
        <a:bodyPr/>
        <a:lstStyle/>
        <a:p>
          <a:r>
            <a:rPr lang="en-US"/>
            <a:t>&lt;60% = 0%</a:t>
          </a:r>
        </a:p>
      </dgm:t>
    </dgm:pt>
    <dgm:pt modelId="{766CA06B-CD92-4995-ADD4-E9505B3FC4FF}" type="parTrans" cxnId="{9B8A9B6C-63FF-46D9-A971-2D4B6ACB86F6}">
      <dgm:prSet/>
      <dgm:spPr/>
      <dgm:t>
        <a:bodyPr/>
        <a:lstStyle/>
        <a:p>
          <a:endParaRPr lang="en-US"/>
        </a:p>
      </dgm:t>
    </dgm:pt>
    <dgm:pt modelId="{08975D8B-ED3D-4B96-B13C-723C57A2296C}" type="sibTrans" cxnId="{9B8A9B6C-63FF-46D9-A971-2D4B6ACB86F6}">
      <dgm:prSet/>
      <dgm:spPr/>
      <dgm:t>
        <a:bodyPr/>
        <a:lstStyle/>
        <a:p>
          <a:endParaRPr lang="en-US"/>
        </a:p>
      </dgm:t>
    </dgm:pt>
    <dgm:pt modelId="{504E083B-12A1-4002-B8A8-6469367EB3F4}">
      <dgm:prSet/>
      <dgm:spPr/>
      <dgm:t>
        <a:bodyPr/>
        <a:lstStyle/>
        <a:p>
          <a:r>
            <a:rPr lang="en-US"/>
            <a:t>Critical incident penalty</a:t>
          </a:r>
        </a:p>
      </dgm:t>
    </dgm:pt>
    <dgm:pt modelId="{ADF4BA21-C9EE-4828-87F5-5D8FCE3EA9BF}" type="parTrans" cxnId="{5942CC4C-CDCF-4F27-B04A-8178223CD23D}">
      <dgm:prSet/>
      <dgm:spPr/>
      <dgm:t>
        <a:bodyPr/>
        <a:lstStyle/>
        <a:p>
          <a:endParaRPr lang="en-US"/>
        </a:p>
      </dgm:t>
    </dgm:pt>
    <dgm:pt modelId="{1C389505-23B5-49E5-8708-5FA04B5FF85A}" type="sibTrans" cxnId="{5942CC4C-CDCF-4F27-B04A-8178223CD23D}">
      <dgm:prSet/>
      <dgm:spPr/>
      <dgm:t>
        <a:bodyPr/>
        <a:lstStyle/>
        <a:p>
          <a:endParaRPr lang="en-US"/>
        </a:p>
      </dgm:t>
    </dgm:pt>
    <dgm:pt modelId="{A6116B26-6C3D-4E94-B3DA-686EC9D74B9C}" type="pres">
      <dgm:prSet presAssocID="{1417117F-7308-471C-A5B2-3C4A08C6B2E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74EC8CC-00EA-4424-93EA-097811BA8EDD}" type="pres">
      <dgm:prSet presAssocID="{9631DFD9-5587-46EB-9B68-22EA8D8D3B61}" presName="hierRoot1" presStyleCnt="0"/>
      <dgm:spPr/>
    </dgm:pt>
    <dgm:pt modelId="{3B5E29AD-57B2-4C6A-BECA-3650A3BD9010}" type="pres">
      <dgm:prSet presAssocID="{9631DFD9-5587-46EB-9B68-22EA8D8D3B61}" presName="composite" presStyleCnt="0"/>
      <dgm:spPr/>
    </dgm:pt>
    <dgm:pt modelId="{5F78D76D-2A20-4B0E-94AC-A3B537C7536A}" type="pres">
      <dgm:prSet presAssocID="{9631DFD9-5587-46EB-9B68-22EA8D8D3B61}" presName="background" presStyleLbl="node0" presStyleIdx="0" presStyleCnt="4"/>
      <dgm:spPr/>
    </dgm:pt>
    <dgm:pt modelId="{192E80AD-90EC-4D35-9AD0-07A817E001E1}" type="pres">
      <dgm:prSet presAssocID="{9631DFD9-5587-46EB-9B68-22EA8D8D3B61}" presName="text" presStyleLbl="fgAcc0" presStyleIdx="0" presStyleCnt="4">
        <dgm:presLayoutVars>
          <dgm:chPref val="3"/>
        </dgm:presLayoutVars>
      </dgm:prSet>
      <dgm:spPr/>
    </dgm:pt>
    <dgm:pt modelId="{BC1C9D24-D0BC-42CA-831E-7A6B5EA73541}" type="pres">
      <dgm:prSet presAssocID="{9631DFD9-5587-46EB-9B68-22EA8D8D3B61}" presName="hierChild2" presStyleCnt="0"/>
      <dgm:spPr/>
    </dgm:pt>
    <dgm:pt modelId="{7F0C656E-144F-49D8-9CAB-FD20D7AB4ACA}" type="pres">
      <dgm:prSet presAssocID="{8E0BD999-ADD3-4154-9DA2-7638A78345AA}" presName="hierRoot1" presStyleCnt="0"/>
      <dgm:spPr/>
    </dgm:pt>
    <dgm:pt modelId="{F9AC25FF-18C3-40C7-8939-506DDD0566CD}" type="pres">
      <dgm:prSet presAssocID="{8E0BD999-ADD3-4154-9DA2-7638A78345AA}" presName="composite" presStyleCnt="0"/>
      <dgm:spPr/>
    </dgm:pt>
    <dgm:pt modelId="{C7BAE6C3-36B3-4BB2-926F-50105DBCF6E9}" type="pres">
      <dgm:prSet presAssocID="{8E0BD999-ADD3-4154-9DA2-7638A78345AA}" presName="background" presStyleLbl="node0" presStyleIdx="1" presStyleCnt="4"/>
      <dgm:spPr/>
    </dgm:pt>
    <dgm:pt modelId="{8CA8A0BB-34F2-4FC4-9B8D-440A0A3E9366}" type="pres">
      <dgm:prSet presAssocID="{8E0BD999-ADD3-4154-9DA2-7638A78345AA}" presName="text" presStyleLbl="fgAcc0" presStyleIdx="1" presStyleCnt="4">
        <dgm:presLayoutVars>
          <dgm:chPref val="3"/>
        </dgm:presLayoutVars>
      </dgm:prSet>
      <dgm:spPr/>
    </dgm:pt>
    <dgm:pt modelId="{692904F6-D247-4396-831A-98ED892F12A5}" type="pres">
      <dgm:prSet presAssocID="{8E0BD999-ADD3-4154-9DA2-7638A78345AA}" presName="hierChild2" presStyleCnt="0"/>
      <dgm:spPr/>
    </dgm:pt>
    <dgm:pt modelId="{9C5D9237-B9BE-4B85-BA63-C09165CD8E12}" type="pres">
      <dgm:prSet presAssocID="{3B986119-AABB-4187-8734-C3A4DA299F48}" presName="hierRoot1" presStyleCnt="0"/>
      <dgm:spPr/>
    </dgm:pt>
    <dgm:pt modelId="{21FB2B62-2DFF-4968-A6F5-C4D5E0267CA6}" type="pres">
      <dgm:prSet presAssocID="{3B986119-AABB-4187-8734-C3A4DA299F48}" presName="composite" presStyleCnt="0"/>
      <dgm:spPr/>
    </dgm:pt>
    <dgm:pt modelId="{A2401E51-154A-468C-AA8F-F60D8A668522}" type="pres">
      <dgm:prSet presAssocID="{3B986119-AABB-4187-8734-C3A4DA299F48}" presName="background" presStyleLbl="node0" presStyleIdx="2" presStyleCnt="4"/>
      <dgm:spPr/>
    </dgm:pt>
    <dgm:pt modelId="{9772B464-80EC-46A6-8D41-4EB257F607D1}" type="pres">
      <dgm:prSet presAssocID="{3B986119-AABB-4187-8734-C3A4DA299F48}" presName="text" presStyleLbl="fgAcc0" presStyleIdx="2" presStyleCnt="4">
        <dgm:presLayoutVars>
          <dgm:chPref val="3"/>
        </dgm:presLayoutVars>
      </dgm:prSet>
      <dgm:spPr/>
    </dgm:pt>
    <dgm:pt modelId="{F36E9A74-77EA-401E-A8AF-78C02CC99B9B}" type="pres">
      <dgm:prSet presAssocID="{3B986119-AABB-4187-8734-C3A4DA299F48}" presName="hierChild2" presStyleCnt="0"/>
      <dgm:spPr/>
    </dgm:pt>
    <dgm:pt modelId="{A9D3287D-7311-4626-AB77-2434C7D4405B}" type="pres">
      <dgm:prSet presAssocID="{504E083B-12A1-4002-B8A8-6469367EB3F4}" presName="hierRoot1" presStyleCnt="0"/>
      <dgm:spPr/>
    </dgm:pt>
    <dgm:pt modelId="{3CCEB10E-A747-4A1A-8430-7DDF793C297A}" type="pres">
      <dgm:prSet presAssocID="{504E083B-12A1-4002-B8A8-6469367EB3F4}" presName="composite" presStyleCnt="0"/>
      <dgm:spPr/>
    </dgm:pt>
    <dgm:pt modelId="{E4F5EDD6-A0D7-4156-AD20-08946A5F68CD}" type="pres">
      <dgm:prSet presAssocID="{504E083B-12A1-4002-B8A8-6469367EB3F4}" presName="background" presStyleLbl="node0" presStyleIdx="3" presStyleCnt="4"/>
      <dgm:spPr/>
    </dgm:pt>
    <dgm:pt modelId="{1B6B8229-EFF4-4539-977A-2E8D5FF51974}" type="pres">
      <dgm:prSet presAssocID="{504E083B-12A1-4002-B8A8-6469367EB3F4}" presName="text" presStyleLbl="fgAcc0" presStyleIdx="3" presStyleCnt="4">
        <dgm:presLayoutVars>
          <dgm:chPref val="3"/>
        </dgm:presLayoutVars>
      </dgm:prSet>
      <dgm:spPr/>
    </dgm:pt>
    <dgm:pt modelId="{5198341A-C2EC-4EEB-9657-BD0DA1C32B01}" type="pres">
      <dgm:prSet presAssocID="{504E083B-12A1-4002-B8A8-6469367EB3F4}" presName="hierChild2" presStyleCnt="0"/>
      <dgm:spPr/>
    </dgm:pt>
  </dgm:ptLst>
  <dgm:cxnLst>
    <dgm:cxn modelId="{9B8A9B6C-63FF-46D9-A971-2D4B6ACB86F6}" srcId="{1417117F-7308-471C-A5B2-3C4A08C6B2ED}" destId="{3B986119-AABB-4187-8734-C3A4DA299F48}" srcOrd="2" destOrd="0" parTransId="{766CA06B-CD92-4995-ADD4-E9505B3FC4FF}" sibTransId="{08975D8B-ED3D-4B96-B13C-723C57A2296C}"/>
    <dgm:cxn modelId="{5942CC4C-CDCF-4F27-B04A-8178223CD23D}" srcId="{1417117F-7308-471C-A5B2-3C4A08C6B2ED}" destId="{504E083B-12A1-4002-B8A8-6469367EB3F4}" srcOrd="3" destOrd="0" parTransId="{ADF4BA21-C9EE-4828-87F5-5D8FCE3EA9BF}" sibTransId="{1C389505-23B5-49E5-8708-5FA04B5FF85A}"/>
    <dgm:cxn modelId="{E994F579-D6D0-4B53-B30C-D1A2FE18426F}" srcId="{1417117F-7308-471C-A5B2-3C4A08C6B2ED}" destId="{9631DFD9-5587-46EB-9B68-22EA8D8D3B61}" srcOrd="0" destOrd="0" parTransId="{5DCA0DE0-E76E-4F6A-B179-6095474BC9A7}" sibTransId="{19629C5F-2858-4C4E-AB6E-C8845CD289C8}"/>
    <dgm:cxn modelId="{65C4EE82-D80D-4131-9D4C-8E8984DCFEC6}" type="presOf" srcId="{3B986119-AABB-4187-8734-C3A4DA299F48}" destId="{9772B464-80EC-46A6-8D41-4EB257F607D1}" srcOrd="0" destOrd="0" presId="urn:microsoft.com/office/officeart/2005/8/layout/hierarchy1"/>
    <dgm:cxn modelId="{1EDACD96-77A6-4F41-A656-F84AAF36C8BC}" type="presOf" srcId="{8E0BD999-ADD3-4154-9DA2-7638A78345AA}" destId="{8CA8A0BB-34F2-4FC4-9B8D-440A0A3E9366}" srcOrd="0" destOrd="0" presId="urn:microsoft.com/office/officeart/2005/8/layout/hierarchy1"/>
    <dgm:cxn modelId="{4F1523D2-C9D7-4A87-9A0E-1AF754EE7F27}" type="presOf" srcId="{9631DFD9-5587-46EB-9B68-22EA8D8D3B61}" destId="{192E80AD-90EC-4D35-9AD0-07A817E001E1}" srcOrd="0" destOrd="0" presId="urn:microsoft.com/office/officeart/2005/8/layout/hierarchy1"/>
    <dgm:cxn modelId="{7F8453D2-86D2-4DCB-9745-440D2B4378BA}" type="presOf" srcId="{1417117F-7308-471C-A5B2-3C4A08C6B2ED}" destId="{A6116B26-6C3D-4E94-B3DA-686EC9D74B9C}" srcOrd="0" destOrd="0" presId="urn:microsoft.com/office/officeart/2005/8/layout/hierarchy1"/>
    <dgm:cxn modelId="{4373AFF3-CB4B-4B6E-8371-F1DB5E40711F}" srcId="{1417117F-7308-471C-A5B2-3C4A08C6B2ED}" destId="{8E0BD999-ADD3-4154-9DA2-7638A78345AA}" srcOrd="1" destOrd="0" parTransId="{C184FA9A-6E3F-4C41-B2D0-D47953E0043D}" sibTransId="{7FF2790B-ACB9-4793-8163-84A99DF3AD51}"/>
    <dgm:cxn modelId="{C4C6C9FA-3B30-4318-95E1-E5EBFCDBEF00}" type="presOf" srcId="{504E083B-12A1-4002-B8A8-6469367EB3F4}" destId="{1B6B8229-EFF4-4539-977A-2E8D5FF51974}" srcOrd="0" destOrd="0" presId="urn:microsoft.com/office/officeart/2005/8/layout/hierarchy1"/>
    <dgm:cxn modelId="{E7764139-0BCA-494F-A06A-4D6096DA768B}" type="presParOf" srcId="{A6116B26-6C3D-4E94-B3DA-686EC9D74B9C}" destId="{574EC8CC-00EA-4424-93EA-097811BA8EDD}" srcOrd="0" destOrd="0" presId="urn:microsoft.com/office/officeart/2005/8/layout/hierarchy1"/>
    <dgm:cxn modelId="{0C300317-45B5-463B-9F8D-78EBA207D6F0}" type="presParOf" srcId="{574EC8CC-00EA-4424-93EA-097811BA8EDD}" destId="{3B5E29AD-57B2-4C6A-BECA-3650A3BD9010}" srcOrd="0" destOrd="0" presId="urn:microsoft.com/office/officeart/2005/8/layout/hierarchy1"/>
    <dgm:cxn modelId="{3208952E-50F5-463A-9DFE-14E4FF06F7D1}" type="presParOf" srcId="{3B5E29AD-57B2-4C6A-BECA-3650A3BD9010}" destId="{5F78D76D-2A20-4B0E-94AC-A3B537C7536A}" srcOrd="0" destOrd="0" presId="urn:microsoft.com/office/officeart/2005/8/layout/hierarchy1"/>
    <dgm:cxn modelId="{BCBDEE31-70AE-4998-A15E-4222E909E000}" type="presParOf" srcId="{3B5E29AD-57B2-4C6A-BECA-3650A3BD9010}" destId="{192E80AD-90EC-4D35-9AD0-07A817E001E1}" srcOrd="1" destOrd="0" presId="urn:microsoft.com/office/officeart/2005/8/layout/hierarchy1"/>
    <dgm:cxn modelId="{393C3C08-2D4B-4276-A295-2C938735D0CA}" type="presParOf" srcId="{574EC8CC-00EA-4424-93EA-097811BA8EDD}" destId="{BC1C9D24-D0BC-42CA-831E-7A6B5EA73541}" srcOrd="1" destOrd="0" presId="urn:microsoft.com/office/officeart/2005/8/layout/hierarchy1"/>
    <dgm:cxn modelId="{499C45CE-256F-4C8A-A460-ED138832B482}" type="presParOf" srcId="{A6116B26-6C3D-4E94-B3DA-686EC9D74B9C}" destId="{7F0C656E-144F-49D8-9CAB-FD20D7AB4ACA}" srcOrd="1" destOrd="0" presId="urn:microsoft.com/office/officeart/2005/8/layout/hierarchy1"/>
    <dgm:cxn modelId="{A9924EFC-7F25-4A60-9DAC-E9F134EE4986}" type="presParOf" srcId="{7F0C656E-144F-49D8-9CAB-FD20D7AB4ACA}" destId="{F9AC25FF-18C3-40C7-8939-506DDD0566CD}" srcOrd="0" destOrd="0" presId="urn:microsoft.com/office/officeart/2005/8/layout/hierarchy1"/>
    <dgm:cxn modelId="{2B4120EE-0AE0-43DC-B8F3-BE76A94ECAF8}" type="presParOf" srcId="{F9AC25FF-18C3-40C7-8939-506DDD0566CD}" destId="{C7BAE6C3-36B3-4BB2-926F-50105DBCF6E9}" srcOrd="0" destOrd="0" presId="urn:microsoft.com/office/officeart/2005/8/layout/hierarchy1"/>
    <dgm:cxn modelId="{783E9BD9-6ACA-4B80-B97D-0663030F4C03}" type="presParOf" srcId="{F9AC25FF-18C3-40C7-8939-506DDD0566CD}" destId="{8CA8A0BB-34F2-4FC4-9B8D-440A0A3E9366}" srcOrd="1" destOrd="0" presId="urn:microsoft.com/office/officeart/2005/8/layout/hierarchy1"/>
    <dgm:cxn modelId="{ABCD7BE2-AB14-4334-8B96-04CE9DAD7D4A}" type="presParOf" srcId="{7F0C656E-144F-49D8-9CAB-FD20D7AB4ACA}" destId="{692904F6-D247-4396-831A-98ED892F12A5}" srcOrd="1" destOrd="0" presId="urn:microsoft.com/office/officeart/2005/8/layout/hierarchy1"/>
    <dgm:cxn modelId="{7656056D-9305-4B3F-9258-58C46C2BA0EC}" type="presParOf" srcId="{A6116B26-6C3D-4E94-B3DA-686EC9D74B9C}" destId="{9C5D9237-B9BE-4B85-BA63-C09165CD8E12}" srcOrd="2" destOrd="0" presId="urn:microsoft.com/office/officeart/2005/8/layout/hierarchy1"/>
    <dgm:cxn modelId="{781D6158-B1BD-4E0C-8BAC-3A0B61D22CFF}" type="presParOf" srcId="{9C5D9237-B9BE-4B85-BA63-C09165CD8E12}" destId="{21FB2B62-2DFF-4968-A6F5-C4D5E0267CA6}" srcOrd="0" destOrd="0" presId="urn:microsoft.com/office/officeart/2005/8/layout/hierarchy1"/>
    <dgm:cxn modelId="{576F6EA2-A0BD-4C43-8A4B-761E6A5B899A}" type="presParOf" srcId="{21FB2B62-2DFF-4968-A6F5-C4D5E0267CA6}" destId="{A2401E51-154A-468C-AA8F-F60D8A668522}" srcOrd="0" destOrd="0" presId="urn:microsoft.com/office/officeart/2005/8/layout/hierarchy1"/>
    <dgm:cxn modelId="{F7B65036-FB45-46D4-93B0-E468B2821A10}" type="presParOf" srcId="{21FB2B62-2DFF-4968-A6F5-C4D5E0267CA6}" destId="{9772B464-80EC-46A6-8D41-4EB257F607D1}" srcOrd="1" destOrd="0" presId="urn:microsoft.com/office/officeart/2005/8/layout/hierarchy1"/>
    <dgm:cxn modelId="{4B781A63-F99F-439E-9C97-6DFF8392F9D6}" type="presParOf" srcId="{9C5D9237-B9BE-4B85-BA63-C09165CD8E12}" destId="{F36E9A74-77EA-401E-A8AF-78C02CC99B9B}" srcOrd="1" destOrd="0" presId="urn:microsoft.com/office/officeart/2005/8/layout/hierarchy1"/>
    <dgm:cxn modelId="{C0CE98A6-F383-4D35-A198-47A2D780A954}" type="presParOf" srcId="{A6116B26-6C3D-4E94-B3DA-686EC9D74B9C}" destId="{A9D3287D-7311-4626-AB77-2434C7D4405B}" srcOrd="3" destOrd="0" presId="urn:microsoft.com/office/officeart/2005/8/layout/hierarchy1"/>
    <dgm:cxn modelId="{96C2868A-63C5-4884-B563-4B36A63DAFF6}" type="presParOf" srcId="{A9D3287D-7311-4626-AB77-2434C7D4405B}" destId="{3CCEB10E-A747-4A1A-8430-7DDF793C297A}" srcOrd="0" destOrd="0" presId="urn:microsoft.com/office/officeart/2005/8/layout/hierarchy1"/>
    <dgm:cxn modelId="{657B9810-A0EE-4F65-BB59-ECEC918FB579}" type="presParOf" srcId="{3CCEB10E-A747-4A1A-8430-7DDF793C297A}" destId="{E4F5EDD6-A0D7-4156-AD20-08946A5F68CD}" srcOrd="0" destOrd="0" presId="urn:microsoft.com/office/officeart/2005/8/layout/hierarchy1"/>
    <dgm:cxn modelId="{E5CD1F59-4314-4987-8274-62772428744C}" type="presParOf" srcId="{3CCEB10E-A747-4A1A-8430-7DDF793C297A}" destId="{1B6B8229-EFF4-4539-977A-2E8D5FF51974}" srcOrd="1" destOrd="0" presId="urn:microsoft.com/office/officeart/2005/8/layout/hierarchy1"/>
    <dgm:cxn modelId="{F280BDE3-A966-4A13-B418-FBCB5105178C}" type="presParOf" srcId="{A9D3287D-7311-4626-AB77-2434C7D4405B}" destId="{5198341A-C2EC-4EEB-9657-BD0DA1C32B0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A8229BD-CB22-4B8D-8BFC-2A1EAD4E4010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688FA7B-101C-4232-9BC4-41D78A0168C5}">
      <dgm:prSet/>
      <dgm:spPr/>
      <dgm:t>
        <a:bodyPr/>
        <a:lstStyle/>
        <a:p>
          <a:r>
            <a:rPr lang="en-US"/>
            <a:t>Transparency</a:t>
          </a:r>
        </a:p>
      </dgm:t>
    </dgm:pt>
    <dgm:pt modelId="{B324E3B4-F600-4579-9CFC-8344DB96B1B5}" type="parTrans" cxnId="{92673C68-AA19-4147-9E6B-161B10AB5FB2}">
      <dgm:prSet/>
      <dgm:spPr/>
      <dgm:t>
        <a:bodyPr/>
        <a:lstStyle/>
        <a:p>
          <a:endParaRPr lang="en-US"/>
        </a:p>
      </dgm:t>
    </dgm:pt>
    <dgm:pt modelId="{39C02BA8-D167-4AF8-9A7C-82AEB9F7EE74}" type="sibTrans" cxnId="{92673C68-AA19-4147-9E6B-161B10AB5FB2}">
      <dgm:prSet/>
      <dgm:spPr/>
      <dgm:t>
        <a:bodyPr/>
        <a:lstStyle/>
        <a:p>
          <a:endParaRPr lang="en-US"/>
        </a:p>
      </dgm:t>
    </dgm:pt>
    <dgm:pt modelId="{DDC42AA3-3F88-49C7-805B-BD7CE57E702B}">
      <dgm:prSet/>
      <dgm:spPr/>
      <dgm:t>
        <a:bodyPr/>
        <a:lstStyle/>
        <a:p>
          <a:r>
            <a:rPr lang="en-US"/>
            <a:t>Standardization</a:t>
          </a:r>
        </a:p>
      </dgm:t>
    </dgm:pt>
    <dgm:pt modelId="{ACF73A23-00A3-4D54-AEE2-F80A4C77118F}" type="parTrans" cxnId="{314C6055-1EE7-4092-BC85-15A9C7353853}">
      <dgm:prSet/>
      <dgm:spPr/>
      <dgm:t>
        <a:bodyPr/>
        <a:lstStyle/>
        <a:p>
          <a:endParaRPr lang="en-US"/>
        </a:p>
      </dgm:t>
    </dgm:pt>
    <dgm:pt modelId="{625788AB-9552-4684-8908-1753B58FCE1F}" type="sibTrans" cxnId="{314C6055-1EE7-4092-BC85-15A9C7353853}">
      <dgm:prSet/>
      <dgm:spPr/>
      <dgm:t>
        <a:bodyPr/>
        <a:lstStyle/>
        <a:p>
          <a:endParaRPr lang="en-US"/>
        </a:p>
      </dgm:t>
    </dgm:pt>
    <dgm:pt modelId="{2BFE64AD-B081-41BA-AA4B-A5F57A41C3DD}">
      <dgm:prSet/>
      <dgm:spPr/>
      <dgm:t>
        <a:bodyPr/>
        <a:lstStyle/>
        <a:p>
          <a:r>
            <a:rPr lang="en-US"/>
            <a:t>Scalable performance model</a:t>
          </a:r>
        </a:p>
      </dgm:t>
    </dgm:pt>
    <dgm:pt modelId="{BB421431-23CE-43A5-A337-41051EA3209B}" type="parTrans" cxnId="{63825BAF-4448-4F97-8066-010F79F74D01}">
      <dgm:prSet/>
      <dgm:spPr/>
      <dgm:t>
        <a:bodyPr/>
        <a:lstStyle/>
        <a:p>
          <a:endParaRPr lang="en-US"/>
        </a:p>
      </dgm:t>
    </dgm:pt>
    <dgm:pt modelId="{D8AA400B-4ECE-4923-8281-8F92ABBB805E}" type="sibTrans" cxnId="{63825BAF-4448-4F97-8066-010F79F74D01}">
      <dgm:prSet/>
      <dgm:spPr/>
      <dgm:t>
        <a:bodyPr/>
        <a:lstStyle/>
        <a:p>
          <a:endParaRPr lang="en-US"/>
        </a:p>
      </dgm:t>
    </dgm:pt>
    <dgm:pt modelId="{F4A058C5-0709-43B9-95DC-3932BFD6A108}" type="pres">
      <dgm:prSet presAssocID="{FA8229BD-CB22-4B8D-8BFC-2A1EAD4E401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C5BDFC2-7869-457A-9664-56A0E4267CF9}" type="pres">
      <dgm:prSet presAssocID="{D688FA7B-101C-4232-9BC4-41D78A0168C5}" presName="hierRoot1" presStyleCnt="0"/>
      <dgm:spPr/>
    </dgm:pt>
    <dgm:pt modelId="{8E0534B3-E45A-44F4-81E8-7297700C2E99}" type="pres">
      <dgm:prSet presAssocID="{D688FA7B-101C-4232-9BC4-41D78A0168C5}" presName="composite" presStyleCnt="0"/>
      <dgm:spPr/>
    </dgm:pt>
    <dgm:pt modelId="{EB4AD3BC-296A-4318-9336-E4A9753AC96B}" type="pres">
      <dgm:prSet presAssocID="{D688FA7B-101C-4232-9BC4-41D78A0168C5}" presName="background" presStyleLbl="node0" presStyleIdx="0" presStyleCnt="3"/>
      <dgm:spPr/>
    </dgm:pt>
    <dgm:pt modelId="{1A4DF2B5-13D1-409E-B125-98A7EC65970B}" type="pres">
      <dgm:prSet presAssocID="{D688FA7B-101C-4232-9BC4-41D78A0168C5}" presName="text" presStyleLbl="fgAcc0" presStyleIdx="0" presStyleCnt="3">
        <dgm:presLayoutVars>
          <dgm:chPref val="3"/>
        </dgm:presLayoutVars>
      </dgm:prSet>
      <dgm:spPr/>
    </dgm:pt>
    <dgm:pt modelId="{AA79AAAD-C976-4123-8539-DD45AD73AF90}" type="pres">
      <dgm:prSet presAssocID="{D688FA7B-101C-4232-9BC4-41D78A0168C5}" presName="hierChild2" presStyleCnt="0"/>
      <dgm:spPr/>
    </dgm:pt>
    <dgm:pt modelId="{882A638F-61CB-4A1B-8516-E564FC320C8A}" type="pres">
      <dgm:prSet presAssocID="{DDC42AA3-3F88-49C7-805B-BD7CE57E702B}" presName="hierRoot1" presStyleCnt="0"/>
      <dgm:spPr/>
    </dgm:pt>
    <dgm:pt modelId="{8AAC3E48-2FF2-4DE1-AC70-EF6D5F562217}" type="pres">
      <dgm:prSet presAssocID="{DDC42AA3-3F88-49C7-805B-BD7CE57E702B}" presName="composite" presStyleCnt="0"/>
      <dgm:spPr/>
    </dgm:pt>
    <dgm:pt modelId="{463D810A-A985-4F65-AC25-0398BE064036}" type="pres">
      <dgm:prSet presAssocID="{DDC42AA3-3F88-49C7-805B-BD7CE57E702B}" presName="background" presStyleLbl="node0" presStyleIdx="1" presStyleCnt="3"/>
      <dgm:spPr/>
    </dgm:pt>
    <dgm:pt modelId="{B7ED9A71-8E8C-44E3-9743-DD190B7EB4E6}" type="pres">
      <dgm:prSet presAssocID="{DDC42AA3-3F88-49C7-805B-BD7CE57E702B}" presName="text" presStyleLbl="fgAcc0" presStyleIdx="1" presStyleCnt="3">
        <dgm:presLayoutVars>
          <dgm:chPref val="3"/>
        </dgm:presLayoutVars>
      </dgm:prSet>
      <dgm:spPr/>
    </dgm:pt>
    <dgm:pt modelId="{69E26D33-9DBC-4A57-8E45-EDB169091B28}" type="pres">
      <dgm:prSet presAssocID="{DDC42AA3-3F88-49C7-805B-BD7CE57E702B}" presName="hierChild2" presStyleCnt="0"/>
      <dgm:spPr/>
    </dgm:pt>
    <dgm:pt modelId="{A5516934-6B65-4352-9B8F-413BC4D3B07D}" type="pres">
      <dgm:prSet presAssocID="{2BFE64AD-B081-41BA-AA4B-A5F57A41C3DD}" presName="hierRoot1" presStyleCnt="0"/>
      <dgm:spPr/>
    </dgm:pt>
    <dgm:pt modelId="{FCD16B3F-2B87-4131-B434-764F5C8615E0}" type="pres">
      <dgm:prSet presAssocID="{2BFE64AD-B081-41BA-AA4B-A5F57A41C3DD}" presName="composite" presStyleCnt="0"/>
      <dgm:spPr/>
    </dgm:pt>
    <dgm:pt modelId="{40E32965-FAEB-4039-87E7-E8050728BA9A}" type="pres">
      <dgm:prSet presAssocID="{2BFE64AD-B081-41BA-AA4B-A5F57A41C3DD}" presName="background" presStyleLbl="node0" presStyleIdx="2" presStyleCnt="3"/>
      <dgm:spPr/>
    </dgm:pt>
    <dgm:pt modelId="{F70957D5-FBFB-4E28-BB11-0C39E237F442}" type="pres">
      <dgm:prSet presAssocID="{2BFE64AD-B081-41BA-AA4B-A5F57A41C3DD}" presName="text" presStyleLbl="fgAcc0" presStyleIdx="2" presStyleCnt="3">
        <dgm:presLayoutVars>
          <dgm:chPref val="3"/>
        </dgm:presLayoutVars>
      </dgm:prSet>
      <dgm:spPr/>
    </dgm:pt>
    <dgm:pt modelId="{10571416-BC30-4F74-A637-F2E25FE60BCB}" type="pres">
      <dgm:prSet presAssocID="{2BFE64AD-B081-41BA-AA4B-A5F57A41C3DD}" presName="hierChild2" presStyleCnt="0"/>
      <dgm:spPr/>
    </dgm:pt>
  </dgm:ptLst>
  <dgm:cxnLst>
    <dgm:cxn modelId="{92673C68-AA19-4147-9E6B-161B10AB5FB2}" srcId="{FA8229BD-CB22-4B8D-8BFC-2A1EAD4E4010}" destId="{D688FA7B-101C-4232-9BC4-41D78A0168C5}" srcOrd="0" destOrd="0" parTransId="{B324E3B4-F600-4579-9CFC-8344DB96B1B5}" sibTransId="{39C02BA8-D167-4AF8-9A7C-82AEB9F7EE74}"/>
    <dgm:cxn modelId="{43E0256C-F89A-4AD8-BBEC-FD39FF223354}" type="presOf" srcId="{D688FA7B-101C-4232-9BC4-41D78A0168C5}" destId="{1A4DF2B5-13D1-409E-B125-98A7EC65970B}" srcOrd="0" destOrd="0" presId="urn:microsoft.com/office/officeart/2005/8/layout/hierarchy1"/>
    <dgm:cxn modelId="{EBD81070-1556-41AB-B689-CF026B387E7C}" type="presOf" srcId="{FA8229BD-CB22-4B8D-8BFC-2A1EAD4E4010}" destId="{F4A058C5-0709-43B9-95DC-3932BFD6A108}" srcOrd="0" destOrd="0" presId="urn:microsoft.com/office/officeart/2005/8/layout/hierarchy1"/>
    <dgm:cxn modelId="{314C6055-1EE7-4092-BC85-15A9C7353853}" srcId="{FA8229BD-CB22-4B8D-8BFC-2A1EAD4E4010}" destId="{DDC42AA3-3F88-49C7-805B-BD7CE57E702B}" srcOrd="1" destOrd="0" parTransId="{ACF73A23-00A3-4D54-AEE2-F80A4C77118F}" sibTransId="{625788AB-9552-4684-8908-1753B58FCE1F}"/>
    <dgm:cxn modelId="{4D20DC78-0157-4E63-8451-23A814429AB2}" type="presOf" srcId="{DDC42AA3-3F88-49C7-805B-BD7CE57E702B}" destId="{B7ED9A71-8E8C-44E3-9743-DD190B7EB4E6}" srcOrd="0" destOrd="0" presId="urn:microsoft.com/office/officeart/2005/8/layout/hierarchy1"/>
    <dgm:cxn modelId="{63825BAF-4448-4F97-8066-010F79F74D01}" srcId="{FA8229BD-CB22-4B8D-8BFC-2A1EAD4E4010}" destId="{2BFE64AD-B081-41BA-AA4B-A5F57A41C3DD}" srcOrd="2" destOrd="0" parTransId="{BB421431-23CE-43A5-A337-41051EA3209B}" sibTransId="{D8AA400B-4ECE-4923-8281-8F92ABBB805E}"/>
    <dgm:cxn modelId="{BF00F4F6-59F6-461E-9020-890B241942DA}" type="presOf" srcId="{2BFE64AD-B081-41BA-AA4B-A5F57A41C3DD}" destId="{F70957D5-FBFB-4E28-BB11-0C39E237F442}" srcOrd="0" destOrd="0" presId="urn:microsoft.com/office/officeart/2005/8/layout/hierarchy1"/>
    <dgm:cxn modelId="{3AF51352-B1FD-4D9B-90C6-D5F258616F2F}" type="presParOf" srcId="{F4A058C5-0709-43B9-95DC-3932BFD6A108}" destId="{9C5BDFC2-7869-457A-9664-56A0E4267CF9}" srcOrd="0" destOrd="0" presId="urn:microsoft.com/office/officeart/2005/8/layout/hierarchy1"/>
    <dgm:cxn modelId="{3CDF337E-2D2C-4E7E-85ED-0A4DF0BEB28A}" type="presParOf" srcId="{9C5BDFC2-7869-457A-9664-56A0E4267CF9}" destId="{8E0534B3-E45A-44F4-81E8-7297700C2E99}" srcOrd="0" destOrd="0" presId="urn:microsoft.com/office/officeart/2005/8/layout/hierarchy1"/>
    <dgm:cxn modelId="{F5C33323-1E95-49BC-A178-437A5F1ACD57}" type="presParOf" srcId="{8E0534B3-E45A-44F4-81E8-7297700C2E99}" destId="{EB4AD3BC-296A-4318-9336-E4A9753AC96B}" srcOrd="0" destOrd="0" presId="urn:microsoft.com/office/officeart/2005/8/layout/hierarchy1"/>
    <dgm:cxn modelId="{FE1DF983-8BC0-4AF3-B471-4902CD63AC7C}" type="presParOf" srcId="{8E0534B3-E45A-44F4-81E8-7297700C2E99}" destId="{1A4DF2B5-13D1-409E-B125-98A7EC65970B}" srcOrd="1" destOrd="0" presId="urn:microsoft.com/office/officeart/2005/8/layout/hierarchy1"/>
    <dgm:cxn modelId="{F178CA32-CC2D-4B6A-B751-B66EB377AE3E}" type="presParOf" srcId="{9C5BDFC2-7869-457A-9664-56A0E4267CF9}" destId="{AA79AAAD-C976-4123-8539-DD45AD73AF90}" srcOrd="1" destOrd="0" presId="urn:microsoft.com/office/officeart/2005/8/layout/hierarchy1"/>
    <dgm:cxn modelId="{1BFCFE62-472D-44C1-808D-B3030782313B}" type="presParOf" srcId="{F4A058C5-0709-43B9-95DC-3932BFD6A108}" destId="{882A638F-61CB-4A1B-8516-E564FC320C8A}" srcOrd="1" destOrd="0" presId="urn:microsoft.com/office/officeart/2005/8/layout/hierarchy1"/>
    <dgm:cxn modelId="{2661D73E-DB64-4D9C-8A84-6C1B07C609FD}" type="presParOf" srcId="{882A638F-61CB-4A1B-8516-E564FC320C8A}" destId="{8AAC3E48-2FF2-4DE1-AC70-EF6D5F562217}" srcOrd="0" destOrd="0" presId="urn:microsoft.com/office/officeart/2005/8/layout/hierarchy1"/>
    <dgm:cxn modelId="{9BFED700-EB24-441F-A679-2BAF0B0992B1}" type="presParOf" srcId="{8AAC3E48-2FF2-4DE1-AC70-EF6D5F562217}" destId="{463D810A-A985-4F65-AC25-0398BE064036}" srcOrd="0" destOrd="0" presId="urn:microsoft.com/office/officeart/2005/8/layout/hierarchy1"/>
    <dgm:cxn modelId="{C25146F6-A2BE-4483-A920-2678F6A00039}" type="presParOf" srcId="{8AAC3E48-2FF2-4DE1-AC70-EF6D5F562217}" destId="{B7ED9A71-8E8C-44E3-9743-DD190B7EB4E6}" srcOrd="1" destOrd="0" presId="urn:microsoft.com/office/officeart/2005/8/layout/hierarchy1"/>
    <dgm:cxn modelId="{513CE15E-45E7-4416-A06C-C0E31702235D}" type="presParOf" srcId="{882A638F-61CB-4A1B-8516-E564FC320C8A}" destId="{69E26D33-9DBC-4A57-8E45-EDB169091B28}" srcOrd="1" destOrd="0" presId="urn:microsoft.com/office/officeart/2005/8/layout/hierarchy1"/>
    <dgm:cxn modelId="{8621BCA2-199B-470C-A73A-751A7D15232B}" type="presParOf" srcId="{F4A058C5-0709-43B9-95DC-3932BFD6A108}" destId="{A5516934-6B65-4352-9B8F-413BC4D3B07D}" srcOrd="2" destOrd="0" presId="urn:microsoft.com/office/officeart/2005/8/layout/hierarchy1"/>
    <dgm:cxn modelId="{4B7370D6-6D65-4BE2-A351-831335451FDA}" type="presParOf" srcId="{A5516934-6B65-4352-9B8F-413BC4D3B07D}" destId="{FCD16B3F-2B87-4131-B434-764F5C8615E0}" srcOrd="0" destOrd="0" presId="urn:microsoft.com/office/officeart/2005/8/layout/hierarchy1"/>
    <dgm:cxn modelId="{448C5E9C-D536-4982-9B55-DD3EFE6D0B24}" type="presParOf" srcId="{FCD16B3F-2B87-4131-B434-764F5C8615E0}" destId="{40E32965-FAEB-4039-87E7-E8050728BA9A}" srcOrd="0" destOrd="0" presId="urn:microsoft.com/office/officeart/2005/8/layout/hierarchy1"/>
    <dgm:cxn modelId="{6E999DC3-422D-4805-A1CF-61FCC39EBFFE}" type="presParOf" srcId="{FCD16B3F-2B87-4131-B434-764F5C8615E0}" destId="{F70957D5-FBFB-4E28-BB11-0C39E237F442}" srcOrd="1" destOrd="0" presId="urn:microsoft.com/office/officeart/2005/8/layout/hierarchy1"/>
    <dgm:cxn modelId="{C08A8799-8E39-4682-ADC7-5758CBF290DE}" type="presParOf" srcId="{A5516934-6B65-4352-9B8F-413BC4D3B07D}" destId="{10571416-BC30-4F74-A637-F2E25FE60BC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1B50B5-E378-4C6D-A027-7E6FAA19EEAE}">
      <dsp:nvSpPr>
        <dsp:cNvPr id="0" name=""/>
        <dsp:cNvSpPr/>
      </dsp:nvSpPr>
      <dsp:spPr>
        <a:xfrm>
          <a:off x="0" y="0"/>
          <a:ext cx="398639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F88AB1F-FE46-45E5-A2F1-E4FBE3A22E1F}">
      <dsp:nvSpPr>
        <dsp:cNvPr id="0" name=""/>
        <dsp:cNvSpPr/>
      </dsp:nvSpPr>
      <dsp:spPr>
        <a:xfrm>
          <a:off x="0" y="0"/>
          <a:ext cx="3986392" cy="1767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Executive Overview</a:t>
          </a:r>
        </a:p>
      </dsp:txBody>
      <dsp:txXfrm>
        <a:off x="0" y="0"/>
        <a:ext cx="3986392" cy="1767541"/>
      </dsp:txXfrm>
    </dsp:sp>
    <dsp:sp modelId="{C636370F-296D-4A3F-92A2-AC6A5FEE70F5}">
      <dsp:nvSpPr>
        <dsp:cNvPr id="0" name=""/>
        <dsp:cNvSpPr/>
      </dsp:nvSpPr>
      <dsp:spPr>
        <a:xfrm>
          <a:off x="0" y="1767541"/>
          <a:ext cx="3986392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FC9E9D0-ACC6-44C8-BE4F-96603BA93405}">
      <dsp:nvSpPr>
        <dsp:cNvPr id="0" name=""/>
        <dsp:cNvSpPr/>
      </dsp:nvSpPr>
      <dsp:spPr>
        <a:xfrm>
          <a:off x="0" y="1767541"/>
          <a:ext cx="3986392" cy="1767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Weighted compliance and bonus automation model</a:t>
          </a:r>
        </a:p>
      </dsp:txBody>
      <dsp:txXfrm>
        <a:off x="0" y="1767541"/>
        <a:ext cx="3986392" cy="17675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53DE70-203A-4FAA-AEBC-A1EE2EAB6376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6BE633-055F-43AF-9592-F08CA06E84ED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Standardize KPI measurement</a:t>
          </a:r>
        </a:p>
      </dsp:txBody>
      <dsp:txXfrm>
        <a:off x="298991" y="1277365"/>
        <a:ext cx="2219346" cy="1377989"/>
      </dsp:txXfrm>
    </dsp:sp>
    <dsp:sp modelId="{BB29AF56-D08E-49E0-8A0C-1A9B558E4463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D04C3B-AF6B-464E-8D00-96E970065D9D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Apply weighted objectives</a:t>
          </a:r>
        </a:p>
      </dsp:txBody>
      <dsp:txXfrm>
        <a:off x="3116322" y="1277365"/>
        <a:ext cx="2219346" cy="1377989"/>
      </dsp:txXfrm>
    </dsp:sp>
    <dsp:sp modelId="{80B459BC-0F2B-49D1-B552-D0DE81328CE4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8216AC-0F5F-434B-92F3-66D442965029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Ensure bonus transparency</a:t>
          </a:r>
        </a:p>
      </dsp:txBody>
      <dsp:txXfrm>
        <a:off x="5933653" y="1277365"/>
        <a:ext cx="2219346" cy="13779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7FB212-820E-4FD4-AAF7-9FA125F4E739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09E54B-5C40-4A91-A643-3D156E439151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SQL normalization</a:t>
          </a:r>
        </a:p>
      </dsp:txBody>
      <dsp:txXfrm>
        <a:off x="298991" y="1277365"/>
        <a:ext cx="2219346" cy="1377989"/>
      </dsp:txXfrm>
    </dsp:sp>
    <dsp:sp modelId="{1F830C71-F744-4835-B060-E1DDB17DC57B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328D75-E7DF-4A59-BBBA-782CBD57ED37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Star schema model</a:t>
          </a:r>
        </a:p>
      </dsp:txBody>
      <dsp:txXfrm>
        <a:off x="3116322" y="1277365"/>
        <a:ext cx="2219346" cy="1377989"/>
      </dsp:txXfrm>
    </dsp:sp>
    <dsp:sp modelId="{033F338B-4828-4329-B1D3-E60BBCE1BE94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5F4C8E-E25D-4D59-B7C1-76343A255FF7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Power BI visualization layer</a:t>
          </a:r>
        </a:p>
      </dsp:txBody>
      <dsp:txXfrm>
        <a:off x="5933653" y="1277365"/>
        <a:ext cx="2219346" cy="13779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78D76D-2A20-4B0E-94AC-A3B537C7536A}">
      <dsp:nvSpPr>
        <dsp:cNvPr id="0" name=""/>
        <dsp:cNvSpPr/>
      </dsp:nvSpPr>
      <dsp:spPr>
        <a:xfrm>
          <a:off x="2401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2E80AD-90EC-4D35-9AD0-07A817E001E1}">
      <dsp:nvSpPr>
        <dsp:cNvPr id="0" name=""/>
        <dsp:cNvSpPr/>
      </dsp:nvSpPr>
      <dsp:spPr>
        <a:xfrm>
          <a:off x="192891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≥95% = 100%</a:t>
          </a:r>
        </a:p>
      </dsp:txBody>
      <dsp:txXfrm>
        <a:off x="224776" y="1422745"/>
        <a:ext cx="1650639" cy="1024880"/>
      </dsp:txXfrm>
    </dsp:sp>
    <dsp:sp modelId="{C7BAE6C3-36B3-4BB2-926F-50105DBCF6E9}">
      <dsp:nvSpPr>
        <dsp:cNvPr id="0" name=""/>
        <dsp:cNvSpPr/>
      </dsp:nvSpPr>
      <dsp:spPr>
        <a:xfrm>
          <a:off x="209779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A8A0BB-34F2-4FC4-9B8D-440A0A3E9366}">
      <dsp:nvSpPr>
        <dsp:cNvPr id="0" name=""/>
        <dsp:cNvSpPr/>
      </dsp:nvSpPr>
      <dsp:spPr>
        <a:xfrm>
          <a:off x="228828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≥60% = 50%</a:t>
          </a:r>
        </a:p>
      </dsp:txBody>
      <dsp:txXfrm>
        <a:off x="2320165" y="1422745"/>
        <a:ext cx="1650639" cy="1024880"/>
      </dsp:txXfrm>
    </dsp:sp>
    <dsp:sp modelId="{A2401E51-154A-468C-AA8F-F60D8A668522}">
      <dsp:nvSpPr>
        <dsp:cNvPr id="0" name=""/>
        <dsp:cNvSpPr/>
      </dsp:nvSpPr>
      <dsp:spPr>
        <a:xfrm>
          <a:off x="419318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72B464-80EC-46A6-8D41-4EB257F607D1}">
      <dsp:nvSpPr>
        <dsp:cNvPr id="0" name=""/>
        <dsp:cNvSpPr/>
      </dsp:nvSpPr>
      <dsp:spPr>
        <a:xfrm>
          <a:off x="438367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&lt;60% = 0%</a:t>
          </a:r>
        </a:p>
      </dsp:txBody>
      <dsp:txXfrm>
        <a:off x="4415555" y="1422745"/>
        <a:ext cx="1650639" cy="1024880"/>
      </dsp:txXfrm>
    </dsp:sp>
    <dsp:sp modelId="{E4F5EDD6-A0D7-4156-AD20-08946A5F68CD}">
      <dsp:nvSpPr>
        <dsp:cNvPr id="0" name=""/>
        <dsp:cNvSpPr/>
      </dsp:nvSpPr>
      <dsp:spPr>
        <a:xfrm>
          <a:off x="6288570" y="1209894"/>
          <a:ext cx="1714409" cy="10886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6B8229-EFF4-4539-977A-2E8D5FF51974}">
      <dsp:nvSpPr>
        <dsp:cNvPr id="0" name=""/>
        <dsp:cNvSpPr/>
      </dsp:nvSpPr>
      <dsp:spPr>
        <a:xfrm>
          <a:off x="6479060" y="1390860"/>
          <a:ext cx="1714409" cy="10886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Critical incident penalty</a:t>
          </a:r>
        </a:p>
      </dsp:txBody>
      <dsp:txXfrm>
        <a:off x="6510945" y="1422745"/>
        <a:ext cx="1650639" cy="10248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4AD3BC-296A-4318-9336-E4A9753AC96B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4DF2B5-13D1-409E-B125-98A7EC65970B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Transparency</a:t>
          </a:r>
        </a:p>
      </dsp:txBody>
      <dsp:txXfrm>
        <a:off x="298991" y="1277365"/>
        <a:ext cx="2219346" cy="1377989"/>
      </dsp:txXfrm>
    </dsp:sp>
    <dsp:sp modelId="{463D810A-A985-4F65-AC25-0398BE064036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ED9A71-8E8C-44E3-9743-DD190B7EB4E6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Standardization</a:t>
          </a:r>
        </a:p>
      </dsp:txBody>
      <dsp:txXfrm>
        <a:off x="3116322" y="1277365"/>
        <a:ext cx="2219346" cy="1377989"/>
      </dsp:txXfrm>
    </dsp:sp>
    <dsp:sp modelId="{40E32965-FAEB-4039-87E7-E8050728BA9A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0957D5-FBFB-4E28-BB11-0C39E237F442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Scalable performance model</a:t>
          </a:r>
        </a:p>
      </dsp:txBody>
      <dsp:txXfrm>
        <a:off x="5933653" y="1277365"/>
        <a:ext cx="2219346" cy="13779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540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08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275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647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057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63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956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032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369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77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635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4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25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502020"/>
            <a:ext cx="3992787" cy="1642970"/>
          </a:xfrm>
        </p:spPr>
        <p:txBody>
          <a:bodyPr anchor="b">
            <a:normAutofit/>
          </a:bodyPr>
          <a:lstStyle/>
          <a:p>
            <a:r>
              <a:rPr lang="es-AR" sz="3500" dirty="0"/>
              <a:t>HR Bonus </a:t>
            </a:r>
            <a:r>
              <a:rPr lang="es-AR" sz="3500" dirty="0" err="1"/>
              <a:t>Analytics</a:t>
            </a:r>
            <a:endParaRPr lang="es-AR" sz="3500" dirty="0"/>
          </a:p>
        </p:txBody>
      </p:sp>
      <p:sp>
        <p:nvSpPr>
          <p:cNvPr id="35" name="Rectangle 27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49576A18-BC0E-C07D-39D9-662385E1E0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777" r="2223"/>
          <a:stretch>
            <a:fillRect/>
          </a:stretch>
        </p:blipFill>
        <p:spPr>
          <a:xfrm>
            <a:off x="5306975" y="2271985"/>
            <a:ext cx="3127897" cy="2345922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920637-CBD4-C37C-14BA-9267B54E89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2156865"/>
              </p:ext>
            </p:extLst>
          </p:nvPr>
        </p:nvGraphicFramePr>
        <p:xfrm>
          <a:off x="858692" y="2405894"/>
          <a:ext cx="3986392" cy="35350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AR" sz="3500">
                <a:solidFill>
                  <a:srgbClr val="FFFFFF"/>
                </a:solidFill>
              </a:rPr>
              <a:t>Business Problem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19F40E-FF23-F2ED-BE96-46412A00AA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150171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AR" sz="3500">
                <a:solidFill>
                  <a:srgbClr val="FFFFFF"/>
                </a:solidFill>
              </a:rPr>
              <a:t>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C5DDFD-6C51-EC5A-8586-E87D74FCE1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258878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AR" sz="3500">
                <a:solidFill>
                  <a:srgbClr val="FFFFFF"/>
                </a:solidFill>
              </a:rPr>
              <a:t>Bonus Logic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3E397C-E923-71E9-4DA9-72CD125391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4367078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AR" sz="3500">
                <a:solidFill>
                  <a:srgbClr val="FFFFFF"/>
                </a:solidFill>
              </a:rPr>
              <a:t>Impact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90DDE0-C757-8279-DB80-01F09591B5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9788681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</TotalTime>
  <Words>61</Words>
  <Application>Microsoft Office PowerPoint</Application>
  <PresentationFormat>Presentación en pantalla (4:3)</PresentationFormat>
  <Paragraphs>20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2013 - Tema de 2022</vt:lpstr>
      <vt:lpstr>HR Bonus Analytics</vt:lpstr>
      <vt:lpstr>Business Problem</vt:lpstr>
      <vt:lpstr>Architecture</vt:lpstr>
      <vt:lpstr>Bonus Logic</vt:lpstr>
      <vt:lpstr>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Sabrina Vega</dc:creator>
  <cp:keywords/>
  <dc:description>generated using python-pptx</dc:description>
  <cp:lastModifiedBy>Sabrina Vega</cp:lastModifiedBy>
  <cp:revision>2</cp:revision>
  <dcterms:created xsi:type="dcterms:W3CDTF">2013-01-27T09:14:16Z</dcterms:created>
  <dcterms:modified xsi:type="dcterms:W3CDTF">2026-02-12T23:39:49Z</dcterms:modified>
  <cp:category/>
</cp:coreProperties>
</file>